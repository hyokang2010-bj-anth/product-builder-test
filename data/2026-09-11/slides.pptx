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85% 이 숫자, 탈모 연구가 새로 내놨습니다</a:t>
            </a:r>
          </a:p>
          <a:p>
            <a:r>
              <a:t>연출 노트: 0.5초 안에 스크롤을 멈추게 하는 구간. 숫자를 크게 읽어준다.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8초</a:t>
            </a:r>
          </a:p>
          <a:p>
            <a:r>
              <a:t>대본: 《Clinical, cosmetic and investigational dermatology》 - Dupilumab Combined with Topical 5% Minoxidil for Severe Alopecia Areata in a 2-Year-Old Child with Type 2 Immune Features: A Case Report</a:t>
            </a:r>
          </a:p>
          <a:p>
            <a:r>
              <a:t>연출 노트: 출처를 분명히 밝혀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10초</a:t>
            </a:r>
          </a:p>
          <a:p>
            <a:r>
              <a:t>대본: Background: Severe alopecia areata (AA) in very young children is difficult to manage because evidence-based treatment options are limited and currently approved Janus kinase (JAK) inhibitor therapies do not cover children younger than 12 years.</a:t>
            </a:r>
          </a:p>
          <a:p>
            <a:r>
              <a:t>연출 노트: 핵심 포인트 1. 자막을 끊어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10초</a:t>
            </a:r>
          </a:p>
          <a:p>
            <a:r>
              <a:t>대본: Case presentation: A 2-year-and-5-month-old girl with a 2-year history of progressive scalp hair loss presented with severe diffuse AA (Severity of Alopecia Tool [SALT] score, 85%).</a:t>
            </a:r>
          </a:p>
          <a:p>
            <a:r>
              <a:t>연출 노트: 핵심 포인트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10초</a:t>
            </a:r>
          </a:p>
          <a:p>
            <a:r>
              <a:t>대본: 탈모 연구, 매일 쉽게 정리해드립니다 🙂</a:t>
            </a:r>
          </a:p>
          <a:p>
            <a:r>
              <a:t>연출 노트: 본인 사진 + 코멘트. 문구를 직접 바꿔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8초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원문 링크는 고정 댓글로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6B6B"/>
                </a:solidFill>
                <a:latin typeface="Arial"/>
              </a:rPr>
              <a:t>CLINICAL, COSMETIC AND INVESTIGATIONAL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108960"/>
            <a:ext cx="5010912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1">
                <a:solidFill>
                  <a:srgbClr val="FF6B6B"/>
                </a:solidFill>
                <a:latin typeface="Arial"/>
              </a:rPr>
              <a:t>85%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94960"/>
            <a:ext cx="4645152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이 숫자, 탈모 연구가 새로 내놨습니다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77824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AFCD"/>
                </a:solidFill>
                <a:latin typeface="Arial"/>
              </a:rPr>
              <a:t>2026  |  매일 아침 탈모 연구 한 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22960"/>
            <a:ext cx="4553712" cy="809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766560"/>
            <a:ext cx="4828032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Dupilumab Combined with Topical 5% Minoxidil for Severe Alopecia Areata in a 2-Year-Old Child with Type 2 Immune Features: A Case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59536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AAAFCD"/>
                </a:solidFill>
                <a:latin typeface="Arial"/>
              </a:rPr>
              <a:t>Clinical, cosmetic and investigational dermatology  ·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67027" y="0"/>
            <a:ext cx="11693607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Background: Severe alopecia areata (AA) in very young children is difficult to manage because evidence-based treatment options are limited and currently approved Janus kinase (JAK) inhibitor therapies do not cover children younger than 12 years.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23544" y="0"/>
            <a:ext cx="7406640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Case presentation: A 2-year-and-5-month-old girl with a 2-year history of progressive scalp hair loss presented with severe diffuse AA (Severity of Alopecia Tool [SALT] score, 85%).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064"/>
            <a:ext cx="5559552" cy="98836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탈모 연구, 매일 쉽게 정리해드립니다 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0"/>
            <a:ext cx="46451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더 자세한 내용은 원문 링크에서 확인하세요. 매일 새로운 탈모 연구, 팔로우하고 놓치지 마세요!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Arial"/>
              </a:rPr>
              <a:t>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63040"/>
            <a:ext cx="4828032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[출처]
논문: Dupilumab Combined with Topical 5% Minoxidil for Severe Alopecia Areata in a 2-Year-Old Child with Type 2 Immune Features: A Case Report
게재: Clinical, cosmetic and investigational dermatology
원문: https://pubmed.ncbi.nlm.nih.gov/42719841/
[이미지 출처]
- Male pattern baldness.jpg / Originally uploaded by Lkinkade (Transferred by XenonX3) / CC BY-SA 2.5
  https://commons.wikimedia.org/wiki/File:Male_pattern_baldness.jpg
- Male-pattern hair loss.jpg / BlaiserPascal / CC BY-SA 4.0
  https://commons.wikimedia.org/wiki/File:Male-pattern_hair_loss.jpg
※ CC BY-SA 이미지가 포함되어 있습니다. 저작자 표시가 필수이며,
  동일조건변경허락(ShareAlike) 조항이 영상 전체에 적용될 수 있으니
  상업적 이용 시 해당 이미지를 교체하는 편이 안전합니다.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