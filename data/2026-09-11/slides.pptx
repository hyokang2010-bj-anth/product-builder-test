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《Veterinary journal (London, England : 1997)》 - Canine Flank Alopecia: A Narrative Review of Clinical Presentation, Genetic Basis, and Therapeutic Management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Canine flank alopecia (CFA) is a seasonally recurrent skin disorder with a strong breed predisposition.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Affected dogs display non-inflammatory, often hyperpigmented, well-circumscribed, symmetrical patches of hair loss, typically located on the thoracolumbar flanks.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Canine Flank Alopecia: A Narrative Review of Clinical Presentation, Genetic Basis, and Therapeutic Management</a:t>
            </a:r>
          </a:p>
          <a:p>
            <a:r>
              <a:t>https://pubmed.ncbi.nlm.nih.gov/42722190/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