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원형탈모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《Frontiers in medicine》 - IL-15 in alopecia areata: the immune tolerance mechanistic insights and translational perspectives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In the past, IL-2 and IL-15 are generally recognized for their roles in promoting pro-inflammatory immune responses.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[paper_table] 약 8초</a:t>
            </a:r>
          </a:p>
          <a:p>
            <a:r>
              <a:t>대본: 표로 보면 이렇습니다. The comparison of IL-15 effect in different studies of AA.</a:t>
            </a:r>
          </a:p>
          <a:p>
            <a:r>
              <a:t>연출 노트: 핵심 숫자 한 칸만 짚어준다. 표는 셀을 직접 수정할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Moreover, cytokine-based therapeutic strategies utilizing IL-2 or IL-15 have the capacity to expand effector T cell and NK cells, thereby offering a viable alternative immunotherapeutic approach for cancer treatment.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FRONTIERS IN MEDICINE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원형탈모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IL-15 in alopecia areata: the immune tolerance mechanistic insights and translational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Frontiers in medicine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In the past, IL-2 and IL-15 are generally recognized for their roles in promoting pro-inflammatory immune responses.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6B6B"/>
                </a:solidFill>
                <a:latin typeface="Arial"/>
              </a:rPr>
              <a:t>논문 Table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737360"/>
            <a:ext cx="4828032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The comparison of IL-15 effect in different studies of AA.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2926080"/>
          <a:ext cx="491947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868"/>
                <a:gridCol w="1229868"/>
                <a:gridCol w="1229868"/>
                <a:gridCol w="1229868"/>
              </a:tblGrid>
              <a:tr h="502920"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IL-15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latin typeface="Arial"/>
                        </a:defRPr>
                      </a:pPr>
                      <a:r>
                        <a:t>Main finding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Suzuki et al., 2024 (76)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Human AA tissue;ex vivo human hair folli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rhIL-15 exact concentration reported 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IL-15 exerts the anti-inflammatory effec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Suzuki et al., 2024 (82)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Human AA tissue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rhIL-15(1, 50 and 100 ng/ml)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IL-15 promotes hair follicles growth in 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Seok et al., 2023 (75)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AA mouse model;cell culture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IL-15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latin typeface="Arial"/>
                        </a:defRPr>
                      </a:pPr>
                      <a:r>
                        <a:t>IL-15 promotes the production of a new 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Moreover, cytokine-based therapeutic strategies utilizing IL-2 or IL-15 have the capacity to expand effector T cell and NK cells, thereby offering a viable alternative immunotherapeutic approach for cancer treatment.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IL-15 in alopecia areata: the immune tolerance mechanistic insights and translational perspectives
게재: Frontiers in medicine
원문: https://pubmed.ncbi.nlm.nih.gov/42707815/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[논문 본문 그림·표]
- PubMed Central PMC13548128 (재사용 가능 라이선스)
  https://www.ncbi.nlm.nih.gov/pmc/articles/PMC13548128/
  · Table 1
  ※ 오픈액세스 논문의 그림·표이며, 위 원문 출처를 함께 표기하세요.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