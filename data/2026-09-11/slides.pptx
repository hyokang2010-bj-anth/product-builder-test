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원형탈모 오늘 나온 최신 연구를 정리했습니다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《Recent advances in inflammation &amp; allergy drug discovery》 - Understanding Alopecia Areata: An Integrative Review of Causes, Mechanisms, and Management Strategies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Introduction: Alopecia areata is a non-scarring autoimmune disease that is usually characterized by patchy or diffuse hair loss.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10초</a:t>
            </a:r>
          </a:p>
          <a:p>
            <a:r>
              <a:t>대본: The collapse of the immunological privilege of hair follicles and activation of cytotoxic T-cell pathways, regulated by metabolic, psychological, and environmental variables, cause this disorder.</a:t>
            </a:r>
          </a:p>
          <a:p>
            <a:r>
              <a:t>연출 노트: 핵심 포인트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RECENT ADVANCES IN INFLAMMATION &amp; ALLERG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원형탈모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오늘 나온 최신 연구를 정리했습니다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2026 Aug 28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Understanding Alopecia Areata: An Integrative Review of Causes, Mechanisms, and Management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Recent advances in inflammation &amp; allergy drug discovery  ·  2026 Aug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Introduction: Alopecia areata is a non-scarring autoimmune disease that is usually characterized by patchy or diffuse hair loss.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3544" y="0"/>
            <a:ext cx="7406640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The collapse of the immunological privilege of hair follicles and activation of cytotoxic T-cell pathways, regulated by metabolic, psychological, and environmental variables, cause this disorder.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더 자세한 내용은 원문 링크에서 확인하세요. 매일 새로운 탈모 연구, 팔로우하고 놓치지 마세요!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Understanding Alopecia Areata: An Integrative Review of Causes, Mechanisms, and Management Strategies
게재: Recent advances in inflammation &amp; allergy drug discovery
원문: https://pubmed.ncbi.nlm.nih.gov/42706968/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