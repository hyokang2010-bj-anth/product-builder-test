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미녹시딜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《Clinical case reports》 - Biosome Therapy for Androgenetic Alopecia in a Patient With Incomplete Response to Minoxidil and Finasteride: A Case Report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A 25-year-old man with androgenetic alopecia showed limited response to long-term minoxidil and finasteride.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Three monthly Biosome treatment sessions were associated with progressive clinical improvement in apparent hair coverage on serial follow-up photographs, without treatment-related adverse events during the 3-month observation period.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CLINICAL CASE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미녹시딜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Biosome Therapy for Androgenetic Alopecia in a Patient With Incomplete Response to Minoxidil and Finasteride: A Case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Clinical case reports  ·  2026 Oct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 25-year-old man with androgenetic alopecia showed limited response to long-term minoxidil and finasteride.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Three monthly Biosome treatment sessions were associated with progressive clinical improvement in apparent hair coverage on serial follow-up photographs, without treatment-related adverse events during the 3-month observation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case provides a hypothesis-generating clinical observation supporting further investigation of Biosome-based therapy using standardized and objective outcome measures.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 25-year-old man with androgenetic alopecia showed limited response to long-term minoxidil and finasteride.
· Three monthly Biosome treatment sessions were associated with progressive clinical improvement in apparent hair coverage on serial follow-up photographs, without treatment-related adverse events during the 3-month observation period.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Biosome Therapy for Androgenetic Alopecia in a Patient With Incomplete Response to Minoxidil and Finasteride: A Case Report
게재: Clinical case reports
원문: https://pubmed.ncbi.nlm.nih.gov/42818892/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