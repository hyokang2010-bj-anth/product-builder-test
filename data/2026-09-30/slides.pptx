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엑소좀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《Acta dermatovenerologica Alpina, Pannonica, et Adriatica》 - Exosome-based therapy for androgenetic alopecia: a systematic review of preclinical mechanisms and efficacy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We systematically appraised preclinical (in vivo / in vitro) evidence on exosome-based intervention for AGA following the Preferred Reporting Items for Systematic Reviews and Meta-Analyses (PRISMA) 2020 guidelines, searching PubMed and Scopus.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Of 352 records, 16 studies met inclusion criteria, most employing male C57BL/6 mice with testosterone or dihydrotestosterone (DHT) induction alongside assays in dermal papilla cells (DPCs) and hair follicle stem cells.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ACTA DERMATOVENEROLOGICA ALPINA, PANNONI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엑소좀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Exosome-based therapy for androgenetic alopecia: a systematic review of preclinical mechanisms and efficacy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Acta dermatovenerologica Alpina, Pannonica, et Adriatica  ·  2026 Sep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We systematically appraised preclinical (in vivo / in vitro) evidence on exosome-based intervention for AGA following the Preferred Reporting Items for Systematic Reviews and Meta-Analyses (PRISMA) 2020 guidelines, searching PubMed and Scopus.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Of 352 records, 16 studies met inclusion criteria, most employing male C57BL/6 mice with testosterone or dihydrotestosterone (DHT) induction alongside assays in dermal papilla cells (DPCs) and hair follicle stem cells.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Androgenetic alopecia (AGA) is a progressive hair disorder with a substantial psychosocial impact.
· Current therapies have variable efficacy and adherence challenges.
· Exosomes are emerging as regenerative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We systematically appraised preclinical (in vivo / in vitro) evidence on exosome-based intervention for AGA following the Preferred Reporting Items for Systematic Reviews and Meta-Analyses (PRISMA) 2020 guidelines, searching PubMed and Scopus.
· Eligible studies evaluated exosome or extracellular vesicle interventions in androgen-related alopecia models.
· Of 352 records, 16 studies met inclusion criteria, most employing male C57BL/6 mice with testosterone or dihydrotestosterone (DHT) induction alongside assays in dermal papilla cells (DPCs) and hair follicle stem cells.
· Sources include mesenchymal stem cell derived, DPC-derived, platelet-rich plasma derived, and engineered/primed exosomes, predominantly delivered via local intradermal/subcutaneous routes or topical microneedles/hydrogels over 2 to 4 weeks.
· Across studies, exosomes improved hair coverage and density, anagen/telogen ratio, follicle diameter, dermal thickness, and proliferation markers, while reducing apoptosis; mechanistic signals consistently showed reactivation of Wnt/β-catenin and down-modulation of TGF-β/SMAD3, with additional angiogenic support, anti-inflammatory effects, and mitigation of oxidative stress, and adverse signals were minimal in animals.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Systematic Review Centre for Laboratory Animal Experimentation (SYRCLE) appraisal indicated generally low risk with common concerns regarding blinding and allocation concealment.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Exosome-based therapy for androgenetic alopecia: a systematic review of preclinical mechanisms and efficacy
게재: Acta dermatovenerologica Alpina, Pannonica, et Adriatica
원문: https://pubmed.ncbi.nlm.nih.gov/42809765/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