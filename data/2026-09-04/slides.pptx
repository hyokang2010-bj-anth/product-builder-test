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《Clinical case reports》 - Abrocitinib Treatment in Diffuse Alopecia Areata: A Case Report and a Literature Review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Alopecia areata is an autoimmune disease with diverse clinical manifestations.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This case report describes a patient with diffuse alopecia areata who responded well to oral abrocitinib, resulting in complete hair regrowth.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Abrocitinib Treatment in Diffuse Alopecia Areata: A Case Report and a Literature Review</a:t>
            </a:r>
          </a:p>
          <a:p>
            <a:r>
              <a:t>https://pubmed.ncbi.nlm.nih.gov/42682781/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