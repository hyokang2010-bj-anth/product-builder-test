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오늘의 논문 Biochemical and biophysical research communications에 실린 새 연구입니다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《Biochemical and biophysical research communications》 - Dermal papilla-derived BMP4 contributes to epithelial FOXP1-FGF18 signaling in human hair follicle cells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Bone morphogenetic protein 4 (BMP4) has been implicated in hair follicle telogen maintenance, but its downstream mechanisms in human hair follicle cells remain incompletely understood.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We examined whether BMP4 regulates fibroblast growth factor 18 (FGF18) through FOXP1 in dermal papilla-epithelial signaling.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BIOCHEMICAL AND BIOPHYSICAL RESEARCH 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오늘의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Biochemical and biophysical research communications에 실린 새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22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Dermal papilla-derived BMP4 contributes to epithelial FOXP1-FGF18 signaling in human hair follicle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Biochemical and biophysical research communications  ·  2026 Oct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Bone morphogenetic protein 4 (BMP4) has been implicated in hair follicle telogen maintenance, but its downstream mechanisms in human hair follicle cells remain incompletely understood.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We examined whether BMP4 regulates fibroblast growth factor 18 (FGF18) through FOXP1 in dermal papilla-epithelial signaling.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Bone morphogenetic protein 4 (BMP4) has been implicated in hair follicle telogen maintenance, but its downstream mechanisms in human hair follicle cells remain incompletely understood.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We examined whether BMP4 regulates fibroblast growth factor 18 (FGF18) through FOXP1 in dermal papilla-epithelial signaling.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 immortalized human dermal papilla cells (iDPCs), cyclosporin A (CsA) decreased BMP4 expression and increased Noggin expression, and the NFAT inhibitor VIVIT produced similar effects.
· CsA also reduced BMP4 protein levels in culture supernatants.
· In immortalized human outer root sheath cells (iORSCs), BMP4 increased FGF18 and FOXP1 expression, with significant responses at concentrations as low as 0.1 ng/mL.
· Noggin and the BMP type I receptor inhibitor LDN193189 suppressed these responses.
· BMP4 induced Smad1 phosphorylation and increased FOXP1 protein levels, whereas FOXP1 knockdown prevented BMP4-induced FGF18 upregulation.
· In primary human DPCs, CsA decreased BMP4 expression, and in primary human ORSCs, BMP4 increased FGF18 expression.
· In Transwell co-culture, CsA pretreatment or BMP4 neutralization attenuated DPC-induced FGF18 and FOXP1 expression, whereas recombinant BMP4 significantly restored their expression.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Dermal papilla-derived BMP4 contributes to epithelial FOXP1-FGF18 signaling in human hair follicle cells
게재: Biochemical and biophysical research communications
원문: https://pubmed.ncbi.nlm.nih.gov/42945804/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