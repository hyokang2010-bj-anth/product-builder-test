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《Journal of dermatological science》 - Different properties of loss-of-function between variants in the LIPH gene responsible for autosomal recessive woolly hair and further characterization of C3orf52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Methods: Wild-type and five mutant PA-PLA1α (p.W108R, p.H205R, p.C246S, p.H248N, and p.V437Gfs*4), as well as wild-type C3orf52, were overexpressed in cultured cells, and a series of expression and functional analyzes were performed.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Results: We demonstrated that the three mutant PA-PLA1α (p.W108R, p.H205R, and p.V437Gfs*4) were not secreted from the cells and induced more severe endoplasmic reticulum stress.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Different properties of loss-of-function between variants in the LIPH gene responsible for autosomal recessive woolly hair and further characterization of C3orf52</a:t>
            </a:r>
          </a:p>
          <a:p>
            <a:r>
              <a:t>https://pubmed.ncbi.nlm.nih.gov/42674883/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