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《Clinical and experimental dermatology》 - Folliculitis decalvans in two families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Folliculitis decalvans (FD) is a primary cicatricial alopecia characterised by recurrent pustulation, tufting and progressive scarring hair loss.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Familial clustering is rarely reported, limiting understanding of potential genetic susceptibility.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Folliculitis decalvans in two families</a:t>
            </a:r>
          </a:p>
          <a:p>
            <a:r>
              <a:t>https://pubmed.ncbi.nlm.nih.gov/42697555/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