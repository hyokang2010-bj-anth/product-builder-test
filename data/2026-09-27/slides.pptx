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오늘의 논문 Pharmaceuticals (Basel, Switzerland)에 실린 새 연구입니다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《Pharmaceuticals (Basel, Switzerland)》 - Hair Growth-Promoting Activity of a Biorenovated Esculetin Complex Through Modulation of Dermal Papilla Cell Function and Hair Follicle Cycling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Objectives: Hair loss is a prevalent condition influenced by genetic, hormonal, and environmental factors, and effective therapies with minimal side effects are highly desired.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In this study, the hair growth-promoting potential of a biorenovated esculetin complex (BEC) was evaluated in a C57BL/6N mouse model.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PHARMACEUTICALS (BASEL, SWITZERLAND)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오늘의 논문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Pharmaceuticals (Basel, Switzerland)에 실린 새 연구입니다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Sep 10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Hair Growth-Promoting Activity of a Biorenovated Esculetin Complex Through Modulation of Dermal Papilla Cell Function and Hair Follicle Cycling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Pharmaceuticals (Basel, Switzerland)  ·  2026 Sep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Objectives: Hair loss is a prevalent condition influenced by genetic, hormonal, and environmental factors, and effective therapies with minimal side effects are highly desired.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In this study, the hair growth-promoting potential of a biorenovated esculetin complex (BEC) was evaluated in a C57BL/6N mouse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Hair loss is a prevalent condition influenced by genetic, hormonal, and environmental factors, and effective therapies with minimal side effects are highly desired.
· In this study, the hair growth-promoting potential of a biorenovated esculetin complex (BEC) was evaluated in a C57BL/6N mouse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연구 방법 —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BEC was topically applied to the depilated dorsal skin of mice once daily for 24 days.
· Hair growth was evaluated by measuring hair length, thickness, and weight, together with histological assessment of hair follicle number, follicle depth, and dermal thickness.
· Protein expression associated with Wnt/β-catenin and AKT signaling was evaluated by Western blot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BEC treatment accelerated hair regrowth and increased hair length, thickness, and weight compared with the vehicle control under the present experimental conditions.
· Histological analysis of hematoxylin-and-eosin-stained skin sections showed increased hair follicle number and greater follicle depth in the BEC-treated group, whereas dermal thickness was not significantly altered.
· Western blot analysis showed changes in β-catenin, phospho-GSK-3β (Ser9), and PCNA levels following BEC treatment.
· The p-AKT/AKT ratio also showed an increasing trend, although the difference was not statistically significant.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결론 — 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These findings demonstrate the hair growth-promoting activity of the BEC preparation in this short-term murine model and suggest that these effects are associated with changes in Wnt/β-catenin- and AKT-related signaling.
· Further studies are warranted to characterize the active components, dose dependence, mechanism of action, and safety profile of BEC.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Hair Growth-Promoting Activity of a Biorenovated Esculetin Complex Through Modulation of Dermal Papilla Cell Function and Hair Follicle Cycling
게재: Pharmaceuticals (Basel, Switzerland)
원문: https://pubmed.ncbi.nlm.nih.gov/42797475/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