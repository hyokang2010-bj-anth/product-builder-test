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 새로 나온 탈모 연구, 이거 안 보면 손해입니다.</a:t>
            </a:r>
          </a:p>
          <a:p>
            <a:r>
              <a:t>연출 노트: 가장 임팩트 있는 한 줄. 시청 유지율의 핵심 구간.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9초</a:t>
            </a:r>
          </a:p>
          <a:p>
            <a:r>
              <a:t>대본: 《The Journal of international medical research》 - Leukotrichia: A comprehensive review of follicular depigmentation</a:t>
            </a:r>
          </a:p>
          <a:p>
            <a:r>
              <a:t>연출 노트: 오늘 다룰 논문/기사 표지 카드 노출 + 출처 소개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12초</a:t>
            </a:r>
          </a:p>
          <a:p>
            <a:r>
              <a:t>대본: Leukotrichia refers to whitening or depigmentation of hair resulting from reduced or absent melanin in the hair shaft.</a:t>
            </a:r>
          </a:p>
          <a:p>
            <a:r>
              <a:t>연출 노트: 핵심 포인트 1 - 주제 관련 이미지 배경 + 자막 오버레이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12초</a:t>
            </a:r>
          </a:p>
          <a:p>
            <a:r>
              <a:t>대본: Although often considered a cosmetic finding, it may reflect underlying alterations in follicular melanocyte biology and therefore have diagnostic, prognostic, and therapeutic relevance.</a:t>
            </a:r>
          </a:p>
          <a:p>
            <a:r>
              <a:t>연출 노트: 핵심 포인트 2 (없으면 이 씬 스킵)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12초</a:t>
            </a:r>
          </a:p>
          <a:p>
            <a:r>
              <a:t>대본: 본인 코멘트를 자유롭게 추가하세요.</a:t>
            </a:r>
          </a:p>
          <a:p>
            <a:r>
              <a:t>연출 노트: 본인 사진 + 한마디 코멘트. assets/my-photo/latest.jpg 로 직접 교체.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9초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구독/팔로우 유도 + 원문 링크는 고정 댓글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1_hoo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2_paper_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3_key_finding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4_key_finding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5_my_tak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6_c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59552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65760"/>
            <a:ext cx="48280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참고 자료 출처</a:t>
            </a:r>
          </a:p>
          <a:p>
            <a:r>
              <a:t>Leukotrichia: A comprehensive review of follicular depigmentation</a:t>
            </a:r>
          </a:p>
          <a:p>
            <a:r>
              <a:t>https://pubmed.ncbi.nlm.nih.gov/42675998/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