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97% 이 숫자, 탈모 연구가 새로 내놨습니다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《Supportive care in cancer : official journal of the Multinational Association of Supportive Care in Cancer》 - Comparative efficacy of interventions for preventing chemotherapy-induced alopecia: a systematic review and network meta-analysis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Randomized controlled trials evaluating interventions to prevent CIA in cancer patients and reporting hair preservation outcomes (as defined by individual trials, including CTCAE grade &lt; 2, &lt; 30 to &lt; 50% hair loss, or WHO grade 0-2) were included.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Scalp hypothermia was divided into three groups based on duration post-chemotherapy: short (0-45 min), traditional (46-90 min), and prolonged (&gt; 90 min).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SUPPORTIVE CARE IN CANCER : OFFICIAL JOU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97%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이 숫자, 탈모 연구가 새로 내놨습니다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19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Comparative efficacy of interventions for preventing chemotherapy-induced alopecia: a systematic review and network meta-analysis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Supportive care in cancer : official journal of the Multinational Association of Supportive Care in Cancer  ·  2026 Oct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Randomized controlled trials evaluating interventions to prevent CIA in cancer patients and reporting hair preservation outcomes (as defined by individual trials, including CTCAE grade &lt; 2, &lt; 30 to &lt; 50% hair loss, or WHO grade 0-2) were included.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Scalp hypothermia was divided into three groups based on duration post-chemotherapy: short (0-45 min), traditional (46-90 min), and prolonged (&gt; 90 min).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Chemotherapy-induced alopecia (CIA) negatively affects patients' appearance and emotional well-being.
· This network meta-analysis aimed to compare the efficacy of different preventive interventions for 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연구 방법 —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We searched PubMed, Embase, CENTRAL, and EBSCO Open Dissertations from inception to March 2025.
· Randomized controlled trials evaluating interventions to prevent CIA in cancer patients and reporting hair preservation outcomes (as defined by individual trials, including CTCAE grade &lt; 2, &lt; 30 to &lt; 50% hair loss, or WHO grade 0-2) were included.
· Scalp hypothermia was divided into three groups based on duration post-chemotherapy: short (0-45 min), traditional (46-90 min), and prolonged (&gt; 90 min).
· Risk of bias was assessed using Cochrane RoB2.
· Risk ratios (RRs) with 95% confidence intervals (CIs) were pooled using a random-effects model.
· Interventions were ranked with surface under the cumulative ranking curve (SUCRA), and certainty of evidence was evaluated using CINeMA.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Of 6696 articles identified, 12 (n = 736) evaluating nine interventions (three scalp hypothermia durations, scalp compression, four pharmacological agents, and usual care) were included.
· Network meta-analysis indicated that prolonged-scalp hypothermia significantly improved hair preservation compared with usual care (RR = 24.66; 95%CI = 7.07-86.05; low certainty of evidence) and traditional scalp hypothermia (RR = 2.13; 95%CI = 1.15-3.93; very low certainty of evidence), and pharmacological agents (RRs ranging from 14.06 to 23.83; low certainty).
· However, prolonged-scalp hypothermia tended to show better hair preservation than short duration, though not statistically significant (RR = 2.06, 95%CI = 0.78-5.39).
· Based on SUCRA, prolonged-scalp hypothermia (97.0%) had the highest ranking, followed by short scalp hypothermia (78.6%) and traditional scalp hypothermia (76.8%).
· Most studies were rated as having high risk of bias, and the certainty of evidence was graded as low to very 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Current low certainty evidence suggests that scalp hypothermia could prevent CIA.
· Prolonged-scalp hypothermia provides a higher degree of protection, whereas a short duration demonstrates a weaker protective effect.
· However, this difference was not statistically significant.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Comparative efficacy of interventions for preventing chemotherapy-induced alopecia: a systematic review and network meta-analysis
게재: Supportive care in cancer : official journal of the Multinational Association of Supportive Care in Cancer
원문: https://pubmed.ncbi.nlm.nih.gov/42895661/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