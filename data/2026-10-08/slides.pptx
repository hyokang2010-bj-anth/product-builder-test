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60.6% 이 숫자, 탈모 연구가 새로 내놨습니다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《Dermatology and therapy》 - Describing Patient Characteristics, Treatment Patterns, and Disease Burden Among Patients with Alopecia Areata in Mexico: A Secondary Analysis of the Adelphi Real World Alopecia Areata Disease Specific Programme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Methods: Clinical data were analyzed from Adelphi Real World's AA II Mexico Disease Specific Programme™ (October 2024-April 2025), a linked physician and patient cross-sectional survey with retrospective elements.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Results: Of the 319 patients included, 123 had mild, 112 moderate, and 84 severe/very severe AA.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DERMATOLOGY AND THERAPY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60.6%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이 숫자, 탈모 연구가 새로 내놨습니다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7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Describing Patient Characteristics, Treatment Patterns, and Disease Burden Among Patients with Alopecia Areata in Mexico: A Secondary Analysis of the Adelphi Real World Alopecia Areata Disease Specific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Dermatology and therapy  ·  2026 Oct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Methods: Clinical data were analyzed from Adelphi Real World's AA II Mexico Disease Specific Programme™ (October 2024-April 2025), a linked physician and patient cross-sectional survey with retrospective elements.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Results: Of the 319 patients included, 123 had mild, 112 moderate, and 84 severe/very severe AA.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Alopecia areata (AA) is a common autoimmune disease characterized by nonscarring hair loss, yet real-world data on AA in Mexico are sparse.
· This study aimed to characterize disease burden and identify unmet treatment needs among patients with AA in Mexico.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연구 방법 —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Clinical data were analyzed from Adelphi Real World's AA II Mexico Disease Specific Programme™ (October 2024-April 2025), a linked physician and patient cross-sectional survey with retrospective elements.
· Dermatologists provided clinical and treatment information for eight consecutive patients with AA within prespecified severity quotas (three mild, three moderate, and two severe/very severe).
· Patients completed the Hospital Anxiety and Depression Scale, the Alopecia Areata Patient Priority Outcomes instrument, and the Skindex-16 AA questionnaire.
· Analyses were stratified by physician-assessed AA severity (mild, moderate, severe/very severe).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Of the 319 patients included, 123 had mild, 112 moderate, and 84 severe/very severe AA.
· Disease duration, percent scalp hair loss, nonscalp hair loss (eyebrow, eyelash, and body), and hair regrowth at consultation differed significantly across severity groups.
· Traditional medications, such as intralesional, topical, and oral corticosteroids, were the most frequently prescribed treatments across all severity groups.
· Physician-reported satisfaction with current treatment decreased with increasing AA severity and was significantly different across severity groups (P &lt; 0.0001).
· Overall, 23.0% of patients with moderate AA and 29.0% with severe/very severe AA reported satisfaction with their current treatment and believed the best control had been achieved compared with 60.6% of patients with mild AA (P &lt; 0.0001).
· Patients with severe/very severe AA experienced greater quality-of-life impairment and higher rates of anxiety and depression.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This study helps address the gap in real-world evidence on AA in Mexico.
· The reliance on traditional therapies, combined with low treatment satisfaction among physicians and patients with moderate to very severe AA, suggests a need for improved access to advanced therapies within the Mexican healthcare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Describing Patient Characteristics, Treatment Patterns, and Disease Burden Among Patients with Alopecia Areata in Mexico: A Secondary Analysis of the Adelphi Real World Alopecia Areata Disease Specific Programme
게재: Dermatology and therapy
원문: https://pubmed.ncbi.nlm.nih.gov/42842111/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