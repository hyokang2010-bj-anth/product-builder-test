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오늘의 논문 Biomaterials에 실린 새 연구입니다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《Biomaterials》 - Artemisinin-derived radicals trigger TGFβ oxidation and degradation for alopecia therapy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Protein oxidation orchestrates hair follicle anagen transition and regeneration by mediating the activation or degradation of target proteins.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However, current oxidative strategies primarily rely on exogenous reactive oxygen species (ROS) supplementation, which is plagued by poor selectivity and severe off-target oxidative damage.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BIOMATERIALS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오늘의 논문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Biomaterials에 실린 새 연구입니다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Sep 7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Artemisinin-derived radicals trigger TGFβ oxidation and degradation for alopecia therapy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Biomaterials  ·  2026 Sep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Protein oxidation orchestrates hair follicle anagen transition and regeneration by mediating the activation or degradation of target proteins.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However, current oxidative strategies primarily rely on exogenous reactive oxygen species (ROS) supplementation, which is plagued by poor selectivity and severe off-target oxidative damage.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Protein oxidation orchestrates hair follicle anagen transition and regeneration by mediating the activation or degradation of target proteins.
· However, current oxidative strategies primarily rely on exogenous reactive oxygen species (ROS) supplementation, which is plagued by poor selectivity and severe off-target oxidative damage.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Herein, we propose a targeted protein oxidation strategy for the treatment of androgenetic alopecia (AGA), and engineer artemisinin (ART)-based lipid nanoparticles (EPC/CS@ART NPs) via self-assembly of cholesterol (CS), egg phosphatidylcholine (EPC), and ART.
· These nanoparticles achieve efficient penetration into human dermal papilla cells (hDPCs) within the hair follicular regions.
· Upon internalization, ART responds to the intracellular metal ion microenvironment to generate ART-derived radicals, which potently promote hDPCs proliferation and ex vivo hair shaft elongation.
· Mechanistically, ART-derived radicals preferentially interact with TGFβ via spatial structural matching, and subsequently induce oxidative modification of TGFβ and its degradation predominantly through the ubiquitin-proteasome system (UPS), thereby blocking the Smad2/3 signaling pathway.
· In vivo AGA models further confirmed that EPC/CS@ART NPs exerted robust hair regeneration efficacy.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This protein oxidation strategy not only presents a novel therapeutic approach for AGA treatment but also expands the therapeutic potential of artemisinin-based nanomedicine.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Artemisinin-derived radicals trigger TGFβ oxidation and degradation for alopecia therapy
게재: Biomaterials
원문: https://pubmed.ncbi.nlm.nih.gov/42731548/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