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마이크로니들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《Surgical neurology international》 - Subpericranial and epidural abscess with skull osteomyelitis as a complication of microneedling for alopecia: A singular case report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Background: Subpericranial hematoma (SPH) is unusual in adults and is usually seen in neonates as cephalohematoma.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Closed scalp hematoma is usually not associated with infection and abscess formation.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SURGICAL NEUROLOGY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마이크로니들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Subpericranial and epidural abscess with skull osteomyelitis as a complication of microneedling for alopecia: A singular case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Surgical neurology international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Background: Subpericranial hematoma (SPH) is unusual in adults and is usually seen in neonates as cephalohematoma.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Closed scalp hematoma is usually not associated with infection and abscess 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Subgaleal hematoma (SGH) is commonly associated with traumatic head injury.
· It may or may not be associated with intracranial injury.
· This case report has been reported in line with the CARE criteria and revised SCARE criteria of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그 밖의 내용 — CASE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 28-year-old male presented with complaints of swelling on the left forehead anterior to the hairline for 2 months.
· Postoperatively, the patient was kept on injection ceftriaxone 1 g bis in die (BD) and injection amikacin 500 mg OD for 3 days, followed by tablet faropenem 300 mg BD with tablet linezolid 600 mg BD for 14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고찰 —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subpericranial space is a potential location between the overlying pericranium and skull bone below.
· Pericranium is the deepest layer of scalp, which is adhered to the skull and harvested during neurosurgical procedures for duroplasty or defect coverage.
· Hematoma collection in subpericranial location is commonly seen in newborns during the process of birth where they are termed cephalohematomas.
· The exception mentioned was a 39-year-old female who had SGH contralateral to the scalp injury which was managed conservatively using compression bandage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Subpericranial abscess is an unreported complication of SPH in an adult.
· SPH can get infected with procedures like microneedling without an open wound.
· Deep scalp location makes this a surgical entity rather than an aspiration procedure.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Subpericranial and epidural abscess with skull osteomyelitis as a complication of microneedling for alopecia: A singular case report
게재: Surgical neurology international
원문: https://pubmed.ncbi.nlm.nih.gov/42829587/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[논문 본문 그림·표]
- PubMed Central PMC13633512 (CC BY-NC(비상업 한정) - 수익화 채널에서는 사용 주의)
  https://www.ncbi.nlm.nih.gov/pmc/articles/PMC13633512/
  ※ 오픈액세스 논문의 그림·표이며, 위 원문 출처를 함께 표기하세요.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