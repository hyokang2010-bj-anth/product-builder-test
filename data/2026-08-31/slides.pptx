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《ACS applied bio materials》 - Leek-Derived Exosome-like Nanoparticles Inhibit Hair Growth by Controlling the Differentiation Fate of Hair Follicle Stem Cells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With the changing pace of life and increasing environmental pressures, the prevalence of hirsutism has increased.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Hair follicle stem cells (HFSCs) are the starting factor and the key factor in hair follicle regeneration.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Leek-Derived Exosome-like Nanoparticles Inhibit Hair Growth by Controlling the Differentiation Fate of Hair Follicle Stem Cells</a:t>
            </a:r>
          </a:p>
          <a:p>
            <a:r>
              <a:t>https://pubmed.ncbi.nlm.nih.gov/42669171/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