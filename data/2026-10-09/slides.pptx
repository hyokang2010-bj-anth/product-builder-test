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모발이식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《Dermatologic surgery : official publication for American Society for Dermatologic Surgery [et al.]》 - Periprocedural Anesthesia and Analgesia in Hair Transplantation: An Evidence-Based Review of Contemporary Clinical Practice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Background: Hair transplantation is a widely performed office-based aesthetic procedure characterized by prolonged procedural duration, cumulative local anesthetic exposure, and reliance on sustained patient cooperation.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Despite extensive literature on surgical technique and aesthetic outcomes, periprocedural anesthetic and analgesic considerations remain comparatively undersynthesized.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DERMATOLOGIC SURGERY : OFFICIAL PUBLICAT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모발이식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9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Periprocedural Anesthesia and Analgesia in Hair Transplantation: An Evidence-Based Review of Contemporary Clinical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Dermatologic surgery : official publication for American Society for Dermatologic Surgery [et al.]  ·  2026 Oct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Background: Hair transplantation is a widely performed office-based aesthetic procedure characterized by prolonged procedural duration, cumulative local anesthetic exposure, and reliance on sustained patient cooperation.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Despite extensive literature on surgical technique and aesthetic outcomes, periprocedural anesthetic and analgesic considerations remain comparatively undersynthesized.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Hair transplantation is a widely performed office-based aesthetic procedure characterized by prolonged procedural duration, cumulative local anesthetic exposure, and reliance on sustained patient cooperation.
· Despite extensive literature on surgical technique and aesthetic outcomes, periprocedural anesthetic and analgesic considerations remain comparatively undersynthesized.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The aims of this study were to review periprocedural anesthesia and analgesia strategies in hair transplantation and highlight practical considerations related to patient safety, procedural workflow, and intraoperative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 structured literature review was conducted using PubMed/MEDLINE and Embase from database inception through January 2026.
· Studies evaluating anesthetic techniques, analgesic strategies, periprocedural pain management, and anesthesia-related safety considerations in hair transplantation and comparable office-based dermatologic surgical procedures were included.
· Evidence was synthesized qualitatively according to predefined clinical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Available evidence supports multimodal anesthetic strategies incorporating individualized local anesthetic selection, tumescence, regional nerve blocks, adjunctive analgesia, and structured intraoperative monitoring to optimize patient comfort, procedural efficiency, and safety.
· However, available evidence consists predominantly of observational studies, case series, and expert consensus, with limited high-quality comparative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Individualized multimodal anesthetic strategies represent the current evidence-informed approach to periprocedural management in hair transplantation.
· Prospective comparative studies are needed to strengthen the evidence base and inform future clinical recommendations.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Periprocedural Anesthesia and Analgesia in Hair Transplantation: An Evidence-Based Review of Contemporary Clinical Practice
게재: Dermatologic surgery : official publication for American Society for Dermatologic Surgery [et al.]
원문: https://pubmed.ncbi.nlm.nih.gov/42847986/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