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95%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《Pakistan journal of pharmaceutical sciences》 - Improved transcutaneous delivery of cetirizine hydrochloride for the treatment of post-chemotherapy alopecia: Poke and emulgel approach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Methods: Different emulgel formulations comprising cetirizine HCl, liquid paraffin, carbopol 940, propylene glycol, oleic acid, Tween 20, Span 20 and propylparaben were optimized using central composite design and response surface methodology.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The optimized formulation F4 released &gt;95% drug at pH 5.5 within 360 minutes.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PAKISTAN JOURNAL OF PHARMACEUTICAL SCIEN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95%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Dec 1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Improved transcutaneous delivery of cetirizine hydrochloride for the treatment of post-chemotherapy alopecia: Poke and emulgel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Pakistan journal of pharmaceutical sciences  ·  2026 Dec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Methods: Different emulgel formulations comprising cetirizine HCl, liquid paraffin, carbopol 940, propylene glycol, oleic acid, Tween 20, Span 20 and propylparaben were optimized using central composite design and response surface methodology.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The optimized formulation F4 released &gt;95% drug at pH 5.5 within 360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Chemotherapy-induced alopecia negatively impacts the mental health of cancer patients.
· Topical minoxidil, a widely recommended drug for hair regrowth, causes scalp irritation and contact dermatitis.
· Oral minoxidil causes multiple cardiovascular and neurological side effects.
· Cetirizine hydrochloride, an antihistamine with a better safety profile than minoxidil, may stimulate hair follicle activity by modulating prostaglandin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present study aimed to develop a cetirizine hydrochloride-loaded emulgel and evaluate its potential, in combination with microneedling, for the treatment of chemotherapy-induced alopecia.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Different emulgel formulations comprising cetirizine HCl, liquid paraffin, carbopol 940, propylene glycol, oleic acid, Tween 20, Span 20 and propylparaben were optimized using central composite design and response surface methodology.
· Physicochemical evaluation of the prepared emulgel included physical examination, determination of pH, viscosity, spreadability, drug content and stability.
· Interactions and compatibility among formulation constituents were assessed using In-silico analysis and Fourier transform infrared spectroscopy.
· In-vitro drug release, ex-vivo permeation and in-vivo hair growth studies were carried out to evaluate the performance efficiency of emulgel.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prepared emulgels exhibited acceptable physicochemical properties and remained stable for 3 months.
· Constituents were found to be compatible with each other.
· The optimized formulation F4 released &gt;95% drug at pH 5.5 within 360 minutes.
· During an ex-vivo study, ~94% of the drug permeated across rat skin within 6 hours following application of emulgel on the microneedle-pretreated skin.
· In cyclophosphamide-induced alopecia in rats, application of emulgel to microneedle-pierced skin for 15 days promoted hair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prepared cetirizine HCl-loaded emulgel and microneedle combination may be a promising approach to treating chemotherapy-induced alopecia.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Improved transcutaneous delivery of cetirizine hydrochloride for the treatment of post-chemotherapy alopecia: Poke and emulgel approach
게재: Pakistan journal of pharmaceutical sciences
원문: https://pubmed.ncbi.nlm.nih.gov/42770618/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