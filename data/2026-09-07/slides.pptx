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《Experimental dermatology》 - COCH Expression in the Hair Follicle Microenvironment Is Associated With Cortical Disulfide Bonding and Tensile Resistance in Aging Hair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Although hair aging affects appearance and hair quality, objective biomarkers linking molecular alterations to clinically relevant mechanical properties of hair remain limited.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Hair shafts from healthy volunteers (20-40 years vs.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COCH Expression in the Hair Follicle Microenvironment Is Associated With Cortical Disulfide Bonding and Tensile Resistance in Aging Hair</a:t>
            </a:r>
          </a:p>
          <a:p>
            <a:r>
              <a:t>https://pubmed.ncbi.nlm.nih.gov/42693528/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