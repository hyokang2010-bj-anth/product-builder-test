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원형탈모 오늘 나온 최신 연구를 정리했습니다</a:t>
            </a:r>
          </a:p>
          <a:p>
            <a:r>
              <a:t>연출 노트: 0.5초 안에 스크롤을 멈추게 하는 구간. 숫자를 크게 읽어준다.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8초</a:t>
            </a:r>
          </a:p>
          <a:p>
            <a:r>
              <a:t>대본: 《International ophthalmology》 - Decreased superficial retinal microvascular density in alopecia areata: an OCT angiography study</a:t>
            </a:r>
          </a:p>
          <a:p>
            <a:r>
              <a:t>연출 노트: 출처를 분명히 밝혀 신뢰를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10초</a:t>
            </a:r>
          </a:p>
          <a:p>
            <a:r>
              <a:t>대본: Methods: This prospective study included 40 patients with newly diagnosed AA and 42 healthy controls.</a:t>
            </a:r>
          </a:p>
          <a:p>
            <a:r>
              <a:t>연출 노트: 핵심 포인트 1. 자막을 끊어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10초</a:t>
            </a:r>
          </a:p>
          <a:p>
            <a:r>
              <a:t>대본: Results: VD-SCP was significantly reduced in the whole image (p = 0.001), parafoveal (p = 0.001), and perifoveal regions (p = 0.007) in patients with AA compared with controls.</a:t>
            </a:r>
          </a:p>
          <a:p>
            <a:r>
              <a:t>연출 노트: 핵심 포인트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10초</a:t>
            </a:r>
          </a:p>
          <a:p>
            <a:r>
              <a:t>대본: 탈모 연구, 매일 쉽게 정리해드립니다 🙂</a:t>
            </a:r>
          </a:p>
          <a:p>
            <a:r>
              <a:t>연출 노트: 본인 사진 + 코멘트. 문구를 직접 바꿔 쓰세요.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8초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원문 링크는 고정 댓글로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6B6B"/>
                </a:solidFill>
                <a:latin typeface="Arial"/>
              </a:rPr>
              <a:t>INTERNATIONAL OPHTHALMOLOGY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108960"/>
            <a:ext cx="5010912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6B6B"/>
                </a:solidFill>
                <a:latin typeface="Arial"/>
              </a:rPr>
              <a:t>원형탈모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464515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오늘 나온 최신 연구를 정리했습니다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77824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AAFCD"/>
                </a:solidFill>
                <a:latin typeface="Arial"/>
              </a:rPr>
              <a:t>2026 Oct 29  |  매일 아침 탈모 연구 한 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4553712" cy="809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766560"/>
            <a:ext cx="482803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Decreased superficial retinal microvascular density in alopecia areata: an OCT angiography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9536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AAAFCD"/>
                </a:solidFill>
                <a:latin typeface="Arial"/>
              </a:rPr>
              <a:t>International ophthalmology  ·  2026 Oct 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7027" y="0"/>
            <a:ext cx="11693607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Methods: This prospective study included 40 patients with newly diagnosed AA and 42 healthy controls.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544" y="0"/>
            <a:ext cx="7406640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Results: VD-SCP was significantly reduced in the whole image (p = 0.001), parafoveal (p = 0.001), and perifoveal regions (p = 0.007) in patients with AA compared with controls.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64"/>
            <a:ext cx="5559552" cy="98836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탈모 연구, 매일 쉽게 정리해드립니다 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0"/>
            <a:ext cx="46451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더 자세한 내용은 원문 링크에서 확인하세요. 매일 새로운 탈모 연구, 팔로우하고 놓치지 마세요!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배경 —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This study aimed to evaluate retinal microvascular and structural changes in patients with alopecia areata (AA) using optical coherence tomography angiography (OCTA).
· To our knowledge, retinal microvascular alterations have not been investigated via OCTA in AA before.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연구 방법 —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This prospective study included 40 patients with newly diagnosed AA and 42 healthy controls.
· Superficial capillary plexus vessel densities (VD-SCP) and deep capillary plexus vessel densities (VD-DCP), choriocapillaris flow area, foveal avascular zone (FAZ), retinal nerve fiber layer (RNFL) thickness, optic disc vascular parameters, and central corneal thickness (CCT) were measured.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주요 결과 —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VD-SCP was significantly reduced in the whole image (p = 0.001), parafoveal (p = 0.001), and perifoveal regions (p = 0.007) in patients with AA compared with controls.
· These differences remained significant after FDR correction (adjusted p = 0.011, 0.011, and 0.049, respectively).
· However, foveal VD-SCP did not differ significantly (p = 0.221).
· An unadjusted difference in inferior RNFL thickness (p = 0.044) did not remain statistically significant after FDR correction (adjusted p = 0.231), whereas global RNFL thickness showed no significant difference.
· No significant differences were observed between groups in VD-DCP, FAZ area, choriocapillaris flow, optic disc vascular parameters, foveal thickness, or CCT (all p &gt; 0.05).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결론 —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Patients with AA demonstrate reduced VD-SCP except in the foveal region, without evidence of widespread retinal or choroidal vascular impairment.
· These findings suggest that AA may be associated with early subclinical alterations in retinal microcirculation.
· OCTA may serve as a useful non-invasive tool for detecting subtle ocular microvascular changes in patients with AA.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Arial"/>
              </a:rPr>
              <a:t>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4828032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[출처]
논문: Decreased superficial retinal microvascular density in alopecia areata: an OCT angiography study
게재: International ophthalmology
원문: https://pubmed.ncbi.nlm.nih.gov/42955436/
[이미지 출처]
- Male pattern baldness.jpg / Originally uploaded by Lkinkade (Transferred by XenonX3) / CC BY-SA 2.5
  https://commons.wikimedia.org/wiki/File:Male_pattern_baldness.jpg
- Male-pattern hair loss.jpg / BlaiserPascal / CC BY-SA 4.0
  https://commons.wikimedia.org/wiki/File:Male-pattern_hair_loss.jpg
※ CC BY-SA 이미지가 포함되어 있습니다. 저작자 표시가 필수이며,
  동일조건변경허락(ShareAlike) 조항이 영상 전체에 적용될 수 있으니
  상업적 이용 시 해당 이미지를 교체하는 편이 안전합니다.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