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5559552" cy="9875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[hook] 약 4초</a:t>
            </a:r>
          </a:p>
          <a:p>
            <a:r>
              <a:t>대본: 미녹시딜 오늘 나온 최신 연구를 정리했습니다</a:t>
            </a:r>
          </a:p>
          <a:p>
            <a:r>
              <a:t>연출 노트: 0.5초 안에 스크롤을 멈추게 하는 구간. 숫자를 크게 읽어준다.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[paper_intro] 약 8초</a:t>
            </a:r>
          </a:p>
          <a:p>
            <a:r>
              <a:t>대본: 《Current oncology reports》 - Minoxidil and Prostaglandin Analogs for Chemotherapy-Induced Alopecia: A Scoping Review</a:t>
            </a:r>
          </a:p>
          <a:p>
            <a:r>
              <a:t>연출 노트: 출처를 분명히 밝혀 신뢰를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[key_finding_1] 약 10초</a:t>
            </a:r>
          </a:p>
          <a:p>
            <a:r>
              <a:t>대본: Background: Chemotherapy-induced alopecia (CIA) is common, distressing, and markedly impairs patients' quality of life.</a:t>
            </a:r>
          </a:p>
          <a:p>
            <a:r>
              <a:t>연출 노트: 핵심 포인트 1. 자막을 끊어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[key_finding_2] 약 10초</a:t>
            </a:r>
          </a:p>
          <a:p>
            <a:r>
              <a:t>대본: Although scalp cooling is the only approved preventive strategy, its effectiveness and accessibility remain limited.</a:t>
            </a:r>
          </a:p>
          <a:p>
            <a:r>
              <a:t>연출 노트: 핵심 포인트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[my_take] 약 10초</a:t>
            </a:r>
          </a:p>
          <a:p>
            <a:r>
              <a:t>대본: 탈모 연구, 매일 쉽게 정리해드립니다 🙂</a:t>
            </a:r>
          </a:p>
          <a:p>
            <a:r>
              <a:t>연출 노트: 본인 사진 + 코멘트. 문구를 직접 바꿔 쓰세요.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[cta] 약 8초</a:t>
            </a:r>
          </a:p>
          <a:p>
            <a:r>
              <a:t>대본: 더 자세한 내용은 원문 링크에서 확인하세요. 매일 새로운 탈모 연구, 팔로우하고 놓치지 마세요!</a:t>
            </a:r>
          </a:p>
          <a:p>
            <a:r>
              <a:t>연출 노트: 원문 링크는 고정 댓글로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6B6B"/>
                </a:solidFill>
                <a:latin typeface="Arial"/>
              </a:rPr>
              <a:t>CURRENT ONCOLOGY REPORTS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108960"/>
            <a:ext cx="5010912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1">
                <a:solidFill>
                  <a:srgbClr val="FF6B6B"/>
                </a:solidFill>
                <a:latin typeface="Arial"/>
              </a:rPr>
              <a:t>미녹시딜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94960"/>
            <a:ext cx="4645152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오늘 나온 최신 연구를 정리했습니다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77824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AAAFCD"/>
                </a:solidFill>
                <a:latin typeface="Arial"/>
              </a:rPr>
              <a:t>2026 Oct 14  |  매일 아침 탈모 연구 한 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22960"/>
            <a:ext cx="4553712" cy="8095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6766560"/>
            <a:ext cx="4828032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Minoxidil and Prostaglandin Analogs for Chemotherapy-Induced Alopecia: A Scoping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9536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AAAFCD"/>
                </a:solidFill>
                <a:latin typeface="Arial"/>
              </a:rPr>
              <a:t>Current oncology reports  ·  2026 Oct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7027" y="0"/>
            <a:ext cx="11693607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Background: Chemotherapy-induced alopecia (CIA) is common, distressing, and markedly impairs patients' quality of life.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3544" y="0"/>
            <a:ext cx="7406640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Although scalp cooling is the only approved preventive strategy, its effectiveness and accessibility remain limited.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t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064"/>
            <a:ext cx="5559552" cy="98836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탈모 연구, 매일 쉽게 정리해드립니다 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0"/>
            <a:ext cx="4645152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더 자세한 내용은 원문 링크에서 확인하세요. 매일 새로운 탈모 연구, 팔로우하고 놓치지 마세요!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배경 —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Chemotherapy-induced alopecia (CIA) is common, distressing, and markedly impairs patients' quality of life.
· Although scalp cooling is the only approved preventive strategy, its effectiveness and accessibility remain limited.
· Therefore, alternative pharmacologic approaches, such as minoxidil and prostaglandin analogs, have been explored.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연구 방법 —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0644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This scoping review aimed to explore the available evidence on minoxidil's efficacy and safety and the potential role of prostaglandin analogs in alopecia.
· PubMed, Cochrane Library, Medical Online, and Ichushi-Web were comprehensively searched from inception to February 2026.
· Studies evaluating minoxidil in CIA and prostaglandin analogs in any alopecia type were included.
· Case reports, case series, and non-human studies were excluded.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주요 결과 —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Five studies evaluated minoxidil in CIA, including two randomized controlled trials and three retrospective studies on prophylactic and therapeutic use, respectively.
· Prophylactic topical minoxidil did not markedly prevent CIA but was associated with earlier hair regrowth.
· In contrast, therapeutic use-particularly of oral minoxidil-improved hair density and treatment response.
· No serious adverse events were reported, although cardiovascular effects remain a concern with oral formulations.
· Two randomized controlled trials evaluated prostaglandin analogs in non-chemotherapy-related alopecia and showed markedly improved hair density and regrowth.
· However, no study directly assessed their efficacy in CIA.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결론 — Conclusions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0644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Minoxidil may be beneficial for hair regrowth in CIA but shows limited preventive efficacy.
· Prostaglandin analogs are promising but untested in this setting.
· Future studies should evaluate their role, particularly in combination with minoxidil, to address the current evidence gap and improve outcomes for patients with CIA.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6B6B"/>
                </a:solidFill>
                <a:latin typeface="Arial"/>
              </a:rPr>
              <a:t>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4828032" cy="7680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[출처]
논문: Minoxidil and Prostaglandin Analogs for Chemotherapy-Induced Alopecia: A Scoping Review
게재: Current oncology reports
원문: https://pubmed.ncbi.nlm.nih.gov/42873375/
[이미지 출처]
- Male pattern baldness.jpg / Originally uploaded by Lkinkade (Transferred by XenonX3) / CC BY-SA 2.5
  https://commons.wikimedia.org/wiki/File:Male_pattern_baldness.jpg
- Male-pattern hair loss.jpg / BlaiserPascal / CC BY-SA 4.0
  https://commons.wikimedia.org/wiki/File:Male-pattern_hair_loss.jpg
※ CC BY-SA 이미지가 포함되어 있습니다. 저작자 표시가 필수이며,
  동일조건변경허락(ShareAlike) 조항이 영상 전체에 적용될 수 있으니
  상업적 이용 시 해당 이미지를 교체하는 편이 안전합니다.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