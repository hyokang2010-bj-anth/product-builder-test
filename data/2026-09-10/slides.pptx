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오늘 새로 나온 탈모 연구, 이거 안 보면 손해입니다.</a:t>
            </a:r>
          </a:p>
          <a:p>
            <a:r>
              <a:t>연출 노트: 가장 임팩트 있는 한 줄. 시청 유지율의 핵심 구간.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9초</a:t>
            </a:r>
          </a:p>
          <a:p>
            <a:r>
              <a:t>대본: 《Cutaneous and ocular toxicology》 - Serum irisin and insulin resistance in patients with early-onset androgenetic alopecia: a case-control study</a:t>
            </a:r>
          </a:p>
          <a:p>
            <a:r>
              <a:t>연출 노트: 오늘 다룰 논문/기사 표지 카드 노출 + 출처 소개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12초</a:t>
            </a:r>
          </a:p>
          <a:p>
            <a:r>
              <a:t>대본: Materials and methods: This case-control study included 40 male patients (mean age: 23.1) with early-onset AGA and 40 healthy men (mean age: 22.5).</a:t>
            </a:r>
          </a:p>
          <a:p>
            <a:r>
              <a:t>연출 노트: 핵심 포인트 1 - 주제 관련 이미지 배경 + 자막 오버레이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12초</a:t>
            </a:r>
          </a:p>
          <a:p>
            <a:r>
              <a:t>대본: Results: Early-onset AGA patients had significantly higher BMI and waist circumference compared to controls (p &lt; 0.05).</a:t>
            </a:r>
          </a:p>
          <a:p>
            <a:r>
              <a:t>연출 노트: 핵심 포인트 2 (없으면 이 씬 스킵)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12초</a:t>
            </a:r>
          </a:p>
          <a:p>
            <a:r>
              <a:t>대본: 본인 코멘트를 자유롭게 추가하세요.</a:t>
            </a:r>
          </a:p>
          <a:p>
            <a:r>
              <a:t>연출 노트: 본인 사진 + 한마디 코멘트. assets/my-photo/latest.jpg 로 직접 교체.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9초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구독/팔로우 유도 + 원문 링크는 고정 댓글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_h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_paper_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_key_findin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_key_findin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_my_t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_c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48280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참고 자료 출처</a:t>
            </a:r>
          </a:p>
          <a:p>
            <a:r>
              <a:t>Serum irisin and insulin resistance in patients with early-onset androgenetic alopecia: a case-control study</a:t>
            </a:r>
          </a:p>
          <a:p>
            <a:r>
              <a:t>https://pubmed.ncbi.nlm.nih.gov/42715487/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