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오늘의 논문 Plant physiology and biochemistry에 실린 새 연구입니다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《Plant physiology and biochemistry : PPB》 - Enhanced drought tolerance in Arabidopsis thaliana is mediated by Pseudomonas sp. M25 linked to root hair growth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Plants establish intimate associations with rhizosphere microorganisms that profoundly influence their growth, development, and stress resilience.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Among these, plant-growth-promoting rhizobacteria (PGPR) enhance nutrient acquisition, modulate phytohormone homeostasis and reshape root system architecture, thereby improving plant fitness.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편집 참고용 슬라이드입니다. 영상에는 쓰지 않아도 됩니다.</a:t>
            </a:r>
          </a:p>
          <a:p>
            <a:r>
              <a:t>원문 영어 문장을 그대로 발췌했으므로 번역·검수 후 사용하세요.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PLANT PHYSIOLOGY AND BIOCHEMISTRY : PPB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오늘의 논문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Plant physiology and biochemistry에 실린 새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Sep 7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Enhanced drought tolerance in Arabidopsis thaliana is mediated by Pseudomonas sp. M25 linked to root hair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Plant physiology and biochemistry : PPB  ·  2026 Sep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Plants establish intimate associations with rhizosphere microorganisms that profoundly influence their growth, development, and stress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Among these, plant-growth-promoting rhizobacteria (PGPR) enhance nutrient acquisition, modulate phytohormone homeostasis and reshape root system architecture, thereby improving plant fitness.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배경 — Background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Plants establish intimate associations with rhizosphere microorganisms that profoundly influence their growth, development, and stress resilience.
· Among these, plant-growth-promoting rhizobacteria (PGPR) enhance nutrient acquisition, modulate phytohormone homeostasis and reshape root system architecture, thereby improving plant fitness.
· Despite extensive evidence supporting their beneficial effects, the molecular and cellular mechanisms underlying microbe-driven modulation of specific root traits remain incompletely understood.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0352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주요 결과 — Results (자동 구분)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0644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Through extensive phenotypic investigation, we established that Pseudomonas sp.
· M25, a previously described PGPR strain, produces a significant increase in leaf relative water content and evapotranspiration of Arabidopsis thaliana without impacting on rosette growth or photosynthetic parameters.
· Inoculation with M25 leads to enhanced drought tolerance, and this is associated not with changes in root architecture but with a marked increase in root hair (RH) abundance and length.
· The stimulation of RH development by this Pseudomonas strain is based on the genetic requirement for RH-related basic helix-loop-helix family transcription factors, including ROOT HAIR DEFECTIVE 6 (RHD6) and RHD6-LIKE 1 (RSL1), which regulate RH development via RHD6-LIKE 4 (RSL4) and RHD6-LIKE 2 (RSL2).
· M25 can partially circumvent the lack of RHD6 but requires RSL1 and the downstream transcription factors RSL2 and RSL4 to induce RH growth.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4572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B6B"/>
                </a:solidFill>
                <a:latin typeface="Arial"/>
              </a:rPr>
              <a:t>본문 요약 (편집용)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97280"/>
            <a:ext cx="4828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◆ 결론 — Conclusion (자동 구분)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4736592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· These findings indicate that this bacterium can circumvent RHD6 to activate RSL4, which subsequently promotes RH growth.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Enhanced drought tolerance in Arabidopsis thaliana is mediated by Pseudomonas sp. M25 linked to root hair growth
게재: Plant physiology and biochemistry : PPB
원문: https://pubmed.ncbi.nlm.nih.gov/42727487/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