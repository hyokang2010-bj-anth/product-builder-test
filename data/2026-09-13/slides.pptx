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90% 이 숫자, 탈모 연구가 새로 내놨습니다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《Journal of the American Academy of Dermatology》 - Dose optimization of deuruxolitinib in adults with alopecia areata: A phase 2 randomized trial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Objective: To evaluate the efficacy and safety of the Janus kinase 1/2 inhibitor deuruxolitinib dosed 8 mg twice daily (BID) or 16 mg once daily (QD) in adults with severe AA.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Methods: In this phase 2 study (NCT03811912), patients were randomized to deuruxolitinib 8 mg BID or 16 mg QD.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JOURNAL OF THE AMERICAN ACADEMY OF DERMA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이 숫자, 탈모 연구가 새로 내놨습니다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Sep 11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Dose optimization of deuruxolitinib in adults with alopecia areata: A phase 2 randomized trial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Journal of the American Academy of Dermatology  ·  2026 Sep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Objective: To evaluate the efficacy and safety of the Janus kinase 1/2 inhibitor deuruxolitinib dosed 8 mg twice daily (BID) or 16 mg once daily (QD) in adults with severe AA.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Methods: In this phase 2 study (NCT03811912), patients were randomized to deuruxolitinib 8 mg BID or 16 mg QD.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Dose optimization of deuruxolitinib in adults with alopecia areata: A phase 2 randomized trial
게재: Journal of the American Academy of Dermatology
원문: https://pubmed.ncbi.nlm.nih.gov/42727780/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