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모발 재생 오늘 나온 최신 연구를 정리했습니다</a:t>
            </a:r>
          </a:p>
          <a:p>
            <a:r>
              <a:t>연출 노트: 0.5초 안에 스크롤을 멈추게 하는 구간. 숫자를 크게 읽어준다.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8초</a:t>
            </a:r>
          </a:p>
          <a:p>
            <a:r>
              <a:t>대본: 《The Journal of investigative dermatology》 - Contact hypersensitivity promotes hair regeneration through SPP1-secreting macrophages</a:t>
            </a:r>
          </a:p>
          <a:p>
            <a:r>
              <a:t>연출 노트: 출처를 분명히 밝혀 신뢰를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10초</a:t>
            </a:r>
          </a:p>
          <a:p>
            <a:r>
              <a:t>대본: Allergic contact dermatitis, or contact hypersensitivity (CHS), is a pathological adaptive immune response that paradoxically induces hair regeneration, yet its underlying mechanisms remain unclear.</a:t>
            </a:r>
          </a:p>
          <a:p>
            <a:r>
              <a:t>연출 노트: 핵심 포인트 1. 자막을 끊어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10초</a:t>
            </a:r>
          </a:p>
          <a:p>
            <a:r>
              <a:t>대본: We integrated high-resolution spatial transcriptomics and single-cell RNA sequencing to map the intricate interactions between immune cells, stroma, and hair follicles during CHS-induced hair growth in mice.</a:t>
            </a:r>
          </a:p>
          <a:p>
            <a:r>
              <a:t>연출 노트: 핵심 포인트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10초</a:t>
            </a:r>
          </a:p>
          <a:p>
            <a:r>
              <a:t>대본: 탈모 연구, 매일 쉽게 정리해드립니다 🙂</a:t>
            </a:r>
          </a:p>
          <a:p>
            <a:r>
              <a:t>연출 노트: 본인 사진 + 코멘트. 문구를 직접 바꿔 쓰세요.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8초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원문 링크는 고정 댓글로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6B6B"/>
                </a:solidFill>
                <a:latin typeface="Arial"/>
              </a:rPr>
              <a:t>THE JOURNAL OF INVESTIGATIVE DERMATOLOGY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108960"/>
            <a:ext cx="5010912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6B6B"/>
                </a:solidFill>
                <a:latin typeface="Arial"/>
              </a:rPr>
              <a:t>모발 재생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464515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오늘 나온 최신 연구를 정리했습니다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77824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AAFCD"/>
                </a:solidFill>
                <a:latin typeface="Arial"/>
              </a:rPr>
              <a:t>2026 Sep 11  |  매일 아침 탈모 연구 한 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4553712" cy="809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766560"/>
            <a:ext cx="482803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Contact hypersensitivity promotes hair regeneration through SPP1-secreting macrophages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9536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AAAFCD"/>
                </a:solidFill>
                <a:latin typeface="Arial"/>
              </a:rPr>
              <a:t>The Journal of investigative dermatology  ·  2026 Sep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7027" y="0"/>
            <a:ext cx="11693607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Allergic contact dermatitis, or contact hypersensitivity (CHS), is a pathological adaptive immune response that paradoxically induces hair regeneration, yet its underlying mechanisms remain unclear.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544" y="0"/>
            <a:ext cx="7406640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We integrated high-resolution spatial transcriptomics and single-cell RNA sequencing to map the intricate interactions between immune cells, stroma, and hair follicles during CHS-induced hair growth in mice.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64"/>
            <a:ext cx="5559552" cy="98836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탈모 연구, 매일 쉽게 정리해드립니다 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0"/>
            <a:ext cx="46451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더 자세한 내용은 원문 링크에서 확인하세요. 매일 새로운 탈모 연구, 팔로우하고 놓치지 마세요!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초록 요약 — 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Allergic contact dermatitis, or contact hypersensitivity (CHS), is a pathological adaptive immune response that paradoxically induces hair regeneration, yet its underlying mechanisms remain unclear.
· We integrated high-resolution spatial transcriptomics and single-cell RNA sequencing to map the intricate interactions between immune cells, stroma, and hair follicles during CHS-induced hair growth in mice.
· Among all immunocytes, macrophages underwent the most prominent compositional and functional remodeling.
· We resolved five transcriptionally distinct macrophage subsets, with contact hypersensitivity driving a shift from homeostatic antigen-presenting cells toward a pro-inflammatory CD14+SPP1+ population.
· Trajectory analysis revealed divergent differentiation paths under homeostatic versus allergic conditions, highlighting the plasticity of skin macrophages.
· Mechanistically, CD14+SPP1+ macrophages secreted SPP1 (osteopontin), which engaged CD44 on hair follicle stem cells to activate PI3K-AKT signaling and trigger their proliferation.
· Notably, canonical pro-inflammatory cytokine signaling through TNF-α and IL-1 was dispensable for this process, underscoring the specificity of the SPP1-CD44 axis in immune-mediated hair regeneration.
· These findings reveal a macrophage-dependent mechanism of immune-mediated hair regeneration, offering therapeutic insights into immune-stem cell crosstalk.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Arial"/>
              </a:rPr>
              <a:t>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4828032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[출처]
논문: Contact hypersensitivity promotes hair regeneration through SPP1-secreting macrophages
게재: The Journal of investigative dermatology
원문: https://pubmed.ncbi.nlm.nih.gov/42727722/
[이미지 출처]
- Male pattern baldness.jpg / Originally uploaded by Lkinkade (Transferred by XenonX3) / CC BY-SA 2.5
  https://commons.wikimedia.org/wiki/File:Male_pattern_baldness.jpg
- Male-pattern hair loss.jpg / BlaiserPascal / CC BY-SA 4.0
  https://commons.wikimedia.org/wiki/File:Male-pattern_hair_loss.jpg
※ CC BY-SA 이미지가 포함되어 있습니다. 저작자 표시가 필수이며,
  동일조건변경허락(ShareAlike) 조항이 영상 전체에 적용될 수 있으니
  상업적 이용 시 해당 이미지를 교체하는 편이 안전합니다.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