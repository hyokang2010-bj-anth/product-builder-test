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오늘의 논문 Clinics in dermatology에 실린 새 연구입니다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《Clinics in dermatology》 - Military shaving waivers for pseudofolliculitis barbae: Ethical considerations for dermatologists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Pseudofolliculitis barbae (PFB) is a chronic inflammatory disorder triggered by shaving and disproportionately affects individuals of African descent.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For service members, medically appropriate management may conflict with military grooming standards requiring a clean-shaven appearance.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CLINICS IN DERMATOLOGY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오늘의 논문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Clinics in dermatology에 실린 새 연구입니다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9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Military shaving waivers for pseudofolliculitis barbae: Ethical considerations for dermatologists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Clinics in dermatology  ·  2026 Oct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Pseudofolliculitis barbae (PFB) is a chronic inflammatory disorder triggered by shaving and disproportionately affects individuals of African descent.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For service members, medically appropriate management may conflict with military grooming standards requiring a clean-shaven appearance.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Pseudofolliculitis barbae (PFB) is a chronic inflammatory disorder triggered by shaving and disproportionately affects individuals of African descent.
· For service members, medically appropriate management may conflict with military grooming standards requiring a clean-shaven appearance.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Recent policy changes have placed greater restrictions on shaving waivers and may create career consequences for service members who continue to require accommodations despite treatment.
· These policies raise ethical concerns involving justice, beneficence, nonmaleficence, and autonomy.
· Military safety requirements related to protective equipment must be balanced against the clinical needs of patients with PFB.
· Laser hair removal may provide meaningful benefit but can recur, permanently alter facial hair growth, and carry additional risks depending on skin type, device selection, and treatment setting.
· Dermatologists should provide accurate medical assessments, support medically necessary accommodations, and use shared decision-making so that treatment remains guided by clinical need and patient preference rather than institutional pressure.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Military shaving waivers for pseudofolliculitis barbae: Ethical considerations for dermatologists
게재: Clinics in dermatology
원문: https://pubmed.ncbi.nlm.nih.gov/42854877/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