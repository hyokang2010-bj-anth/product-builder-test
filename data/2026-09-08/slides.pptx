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《Journal of cutaneous medicine and surgery》 - Age- and Phenotype-Specific Patterns of Atopic and Autoimmune Comorbidities in Alopecia Areata: A Cross-Sectional Study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Results: Overall, 21.1% of patients presented with at least 1 comorbidity (14.7% atopic, 8.2% autoimmune).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Furthermore, autoimmune comorbidities were significantly associated with the alopecia totalis subtype (22.5% vs 8.2% in the overall cohort; P = .013).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Age- and Phenotype-Specific Patterns of Atopic and Autoimmune Comorbidities in Alopecia Areata: A Cross-Sectional Study</a:t>
            </a:r>
          </a:p>
          <a:p>
            <a:r>
              <a:t>https://pubmed.ncbi.nlm.nih.gov/42704199/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