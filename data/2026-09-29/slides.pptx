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55.9%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《Advances in clinical and experimental medicine : official organ Wroclaw Medical University》 - Cross-cultural adaptation and assessment of psychometric properties of the Polish version of the Hairdex Life Quality Questionnaire (Hairdex-PL)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Results: A total of 245 participants (55.9% women; 44.1% men; mean age 35.8 ±9.7 years) were included in the final analysis.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Confirmatory factor analysis did not confirm the original 5-factor structure (root mean square error of approximation (RMSEA) = 0.234; comparative fit index (CFI) = 0.744; Tucker-Lewis index (TLI) = 0.749; standardized root mean square residual (SRMR) = 0.192).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ADVANCES IN CLINICAL AND EXPERIMENTAL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55.9%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28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Cross-cultural adaptation and assessment of psychometric properties of the Polish version of the Hairdex Life Quality Questionnaire (Hairdex-PL)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Advances in clinical and experimental medicine : official organ Wroclaw Medical University  ·  2026 Sep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Results: A total of 245 participants (55.9% women; 44.1% men; mean age 35.8 ±9.7 years) were included in the final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Confirmatory factor analysis did not confirm the original 5-factor structure (root mean square error of approximation (RMSEA) = 0.234; comparative fit index (CFI) = 0.744; Tucker-Lewis index (TLI) = 0.749; standardized root mean square residual (SRMR) = 0.192).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Hair and scalp disorders substantially impair health-related quality of life (HRQoL), yet no validated Polish-language disease-specific instrument is currently available to assess this burden.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study aimed to translate, cross-culturally adapt, and assess the structural validity and internal consistency of the Polish version of the Hairdex questionnaire (Hairdex-PL).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original 48-item German Hairdex questionnaire was translated and culturally adapted according to the Beaton guidelines.
· Psychometric evaluation was performed in 245 adults with hair loss or scalp disorders recruited through an online survey.
· Structural validity was assessed using confirmatory factor analysis (CFA), followed by exploratory factor analysis (EFA) when the predefined model demonstrated inadequate fit.
· Internal consistency was assessed using Cronbach's α and McDonald's ω.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total of 245 participants (55.9% women; 44.1% men; mean age 35.8 ±9.7 years) were included in the final analysis.
· Confirmatory factor analysis did not confirm the original 5-factor structure (root mean square error of approximation (RMSEA) = 0.234; comparative fit index (CFI) = 0.744; Tucker-Lewis index (TLI) = 0.749; standardized root mean square residual (SRMR) = 0.192).
· Exploratory factor analysis retained a single factor explaining 38.2% of the total variance.
· The greatest impairment in HRQoL was observed in the Self-confidence and Emotions domains, corresponding to the greatest impairment in the same items in the original Hairdex, whereas Functioning and Symptoms were the least affected.
· Stigmatization had an intermediate mean score.
· Internal consistency was high (Cronbach's α = 0.960; McDonald's ω = 0.963).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Hairdex-PL showed high internal consistency and provided preliminary psychometric evidence supporting its use to assess disease-specific HRQoL in Polish-speaking individuals with hair and scalp disorders.
· Although confirmatory factor analysis did not support the original 5-factor structure, exploratory factor analysis identified a single factor in the present sample; this exploratory finding requires confirmation in an independent population.
· This study provides new evidence regarding its underlying measurement structure and supports further evaluation of the instrument in clinical and research settings.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Cross-cultural adaptation and assessment of psychometric properties of the Polish version of the Hairdex Life Quality Questionnaire (Hairdex-PL)
게재: Advances in clinical and experimental medicine : official organ Wroclaw Medical University
원문: https://pubmed.ncbi.nlm.nih.gov/42803085/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