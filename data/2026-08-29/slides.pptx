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오늘 새로 나온 탈모 연구, 이거 안 보면 손해입니다.</a:t>
            </a:r>
          </a:p>
          <a:p>
            <a:r>
              <a:t>연출 노트: 가장 임팩트 있는 한 줄. 시청 유지율의 핵심 구간.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9초</a:t>
            </a:r>
          </a:p>
          <a:p>
            <a:r>
              <a:t>대본: 《Aging cell》 - Shelterin TPP1 Promotes Hair Regeneration Through Activating Bulge Hair Follicle Stem Cells</a:t>
            </a:r>
          </a:p>
          <a:p>
            <a:r>
              <a:t>연출 노트: 오늘 다룰 논문/기사 표지 카드 노출 + 출처 소개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12초</a:t>
            </a:r>
          </a:p>
          <a:p>
            <a:r>
              <a:t>대본: Wang L(1), Zhao B(1)(2), Yang J(1)(2), Liang Y(1), Yao Y(1)(2), Xiao X(1)(2), Yang L(1)(2), Xia J(1)(2), Li H(1)(2), Gao L(1)(2), Zhang J(1)(2), Su T(1)(2), Xu H(1)(2), Zhang J(1)(2), Wang H(1), Liu J(1), Hong X(1), Liu JP(1)(3)(4).</a:t>
            </a:r>
          </a:p>
          <a:p>
            <a:r>
              <a:t>연출 노트: 핵심 포인트 1 - 주제 관련 이미지 배경 + 자막 오버레이</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12초</a:t>
            </a:r>
          </a:p>
          <a:p>
            <a:r>
              <a:t>대본: 본인 코멘트를 자유롭게 추가하세요.</a:t>
            </a:r>
          </a:p>
          <a:p>
            <a:r>
              <a:t>연출 노트: 본인 사진 + 한마디 코멘트. assets/my-photo/latest.jpg 로 직접 교체.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9초</a:t>
            </a:r>
          </a:p>
          <a:p>
            <a:r>
              <a:t>대본: 더 자세한 내용은 원문 링크에서 확인하세요. 매일 새로운 탈모 연구, 팔로우하고 놓치지 마세요!</a:t>
            </a:r>
          </a:p>
          <a:p>
            <a:r>
              <a:t>연출 노트: 구독/팔로우 유도 + 원문 링크는 고정 댓글 안내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1_hook.png"/>
          <p:cNvPicPr>
            <a:picLocks noChangeAspect="1"/>
          </p:cNvPicPr>
          <p:nvPr/>
        </p:nvPicPr>
        <p:blipFill>
          <a:blip r:embed="rId2"/>
          <a:stretch>
            <a:fillRect/>
          </a:stretch>
        </p:blipFill>
        <p:spPr>
          <a:xfrm>
            <a:off x="0" y="0"/>
            <a:ext cx="5559552" cy="9875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2_paper_intro.png"/>
          <p:cNvPicPr>
            <a:picLocks noChangeAspect="1"/>
          </p:cNvPicPr>
          <p:nvPr/>
        </p:nvPicPr>
        <p:blipFill>
          <a:blip r:embed="rId2"/>
          <a:stretch>
            <a:fillRect/>
          </a:stretch>
        </p:blipFill>
        <p:spPr>
          <a:xfrm>
            <a:off x="0" y="0"/>
            <a:ext cx="5559552" cy="9875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3_key_finding_1.png"/>
          <p:cNvPicPr>
            <a:picLocks noChangeAspect="1"/>
          </p:cNvPicPr>
          <p:nvPr/>
        </p:nvPicPr>
        <p:blipFill>
          <a:blip r:embed="rId2"/>
          <a:stretch>
            <a:fillRect/>
          </a:stretch>
        </p:blipFill>
        <p:spPr>
          <a:xfrm>
            <a:off x="0" y="0"/>
            <a:ext cx="5559552" cy="9875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5_my_take.png"/>
          <p:cNvPicPr>
            <a:picLocks noChangeAspect="1"/>
          </p:cNvPicPr>
          <p:nvPr/>
        </p:nvPicPr>
        <p:blipFill>
          <a:blip r:embed="rId2"/>
          <a:stretch>
            <a:fillRect/>
          </a:stretch>
        </p:blipFill>
        <p:spPr>
          <a:xfrm>
            <a:off x="0" y="0"/>
            <a:ext cx="5559552" cy="9875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6_cta.png"/>
          <p:cNvPicPr>
            <a:picLocks noChangeAspect="1"/>
          </p:cNvPicPr>
          <p:nvPr/>
        </p:nvPicPr>
        <p:blipFill>
          <a:blip r:embed="rId2"/>
          <a:stretch>
            <a:fillRect/>
          </a:stretch>
        </p:blipFill>
        <p:spPr>
          <a:xfrm>
            <a:off x="0" y="0"/>
            <a:ext cx="5559552" cy="9875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65760"/>
            <a:ext cx="4828032" cy="3657600"/>
          </a:xfrm>
          <a:prstGeom prst="rect">
            <a:avLst/>
          </a:prstGeom>
          <a:noFill/>
        </p:spPr>
        <p:txBody>
          <a:bodyPr wrap="square">
            <a:spAutoFit/>
          </a:bodyPr>
          <a:lstStyle/>
          <a:p>
            <a:r>
              <a:t>참고 자료 출처</a:t>
            </a:r>
          </a:p>
          <a:p>
            <a:r>
              <a:t>Shelterin TPP1 Promotes Hair Regeneration Through Activating Bulge Hair Follicle Stem Cells</a:t>
            </a:r>
          </a:p>
          <a:p>
            <a:r>
              <a:t>https://pubmed.ncbi.nlm.nih.gov/42663085/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