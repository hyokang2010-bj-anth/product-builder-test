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《Microbiology spectrum》 - Prospective multicenter evaluation of an easy-to-use DNA microarray for the detection of dermatophytes in clinical samples compared with conventional mycological methods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Compared with culture, the DP assay showed that the sensitivity to culture was 96.4% [94.3-98.5], while the specificity was 61.2% [54.0-68.4], reflecting additional detections rather than false positives.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The DP assay detected dermatophytes in 367/487 samples (75.4%), outperforming DE (67.4%) and culture (63.4%).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Prospective multicenter evaluation of an easy-to-use DNA microarray for the detection of dermatophytes in clinical samples compared with conventional mycological methods</a:t>
            </a:r>
          </a:p>
          <a:p>
            <a:r>
              <a:t>https://pubmed.ncbi.nlm.nih.gov/42663453/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