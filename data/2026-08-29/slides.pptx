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《The Journal of dermatology》 - RETRACTION: Comparative Efficacy of Janus Kinase Inhibitors Indicated for Severe Alopecia Areata: A Bayesian Network Meta-Analysis and Matching-Adjusted Indirect Comparison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6 (2025): 1134-1142, https://doi.org/10.1111/jdv.20372.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Babul, "Comparative Efficacy of Janus Kinase Inhibitors Indicated for Severe Alopecia Areata: A Bayesian Network Meta-Analysis and Matching-Adjusted Indirect Comparison," The Journal of Dermatology (Early View): https://doi.org/10.1111/1346-8138.17959.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RETRACTION: Comparative Efficacy of Janus Kinase Inhibitors Indicated for Severe Alopecia Areata: A Bayesian Network Meta-Analysis and Matching-Adjusted Indirect Comparison</a:t>
            </a:r>
          </a:p>
          <a:p>
            <a:r>
              <a:t>https://pubmed.ncbi.nlm.nih.gov/42661279/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