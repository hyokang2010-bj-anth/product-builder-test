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《Asian Pacific journal of cancer prevention : APJCP》 - Do Generic EGFR-TKIs Perform as Well as Innovators? Real-World Evidence from Gefitinib-Treated EGFR-Mutated NSCLC in Indonesia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Result: A total of 192 patients met the inclusion criteria (innovator n = 124; generic n = 68).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The median PFS was 12.2 months (95% CI, 8.7-15.7) in the innovator group and 16.4 months (95% CI, 13.7-19.1) in the generic group.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Do Generic EGFR-TKIs Perform as Well as Innovators? Real-World Evidence from Gefitinib-Treated EGFR-Mutated NSCLC in Indonesia</a:t>
            </a:r>
          </a:p>
          <a:p>
            <a:r>
              <a:t>https://pubmed.ncbi.nlm.nih.gov/42663218/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