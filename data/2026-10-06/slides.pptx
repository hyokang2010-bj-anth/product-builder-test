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5559552" cy="987552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[hook] 약 4초</a:t>
            </a:r>
          </a:p>
          <a:p>
            <a:r>
              <a:t>대본: 마이크로니들 오늘 나온 최신 연구를 정리했습니다</a:t>
            </a:r>
          </a:p>
          <a:p>
            <a:r>
              <a:t>연출 노트: 0.5초 안에 스크롤을 멈추게 하는 구간. 숫자를 크게 읽어준다.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[paper_intro] 약 8초</a:t>
            </a:r>
          </a:p>
          <a:p>
            <a:r>
              <a:t>대본: 《Journal of biomaterials science. Polymer edition》 - Microneedle-based technology for treating hair loss disorders - an emerging trend for managing alopecia</a:t>
            </a:r>
          </a:p>
          <a:p>
            <a:r>
              <a:t>연출 노트: 출처를 분명히 밝혀 신뢰를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[key_finding_1] 약 10초</a:t>
            </a:r>
          </a:p>
          <a:p>
            <a:r>
              <a:t>대본: Hair loss or alopecia is a universal problem faced by both men and women around the world.</a:t>
            </a:r>
          </a:p>
          <a:p>
            <a:r>
              <a:t>연출 노트: 핵심 포인트 1. 자막을 끊어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[key_finding_2] 약 10초</a:t>
            </a:r>
          </a:p>
          <a:p>
            <a:r>
              <a:t>대본: An individual's self-esteem is affected by alopecia, and it may lead to psychological stress and anxiety.</a:t>
            </a:r>
          </a:p>
          <a:p>
            <a:r>
              <a:t>연출 노트: 핵심 포인트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[my_take] 약 10초</a:t>
            </a:r>
          </a:p>
          <a:p>
            <a:r>
              <a:t>대본: 탈모 연구, 매일 쉽게 정리해드립니다 🙂</a:t>
            </a:r>
          </a:p>
          <a:p>
            <a:r>
              <a:t>연출 노트: 본인 사진 + 코멘트. 문구를 직접 바꿔 쓰세요.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[cta] 약 8초</a:t>
            </a:r>
          </a:p>
          <a:p>
            <a:r>
              <a:t>대본: 더 자세한 내용은 원문 링크에서 확인하세요. 매일 새로운 탈모 연구, 팔로우하고 놓치지 마세요!</a:t>
            </a:r>
          </a:p>
          <a:p>
            <a:r>
              <a:t>연출 노트: 원문 링크는 고정 댓글로 안내.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편집 참고용 슬라이드입니다. 영상에는 쓰지 않아도 됩니다.</a:t>
            </a:r>
          </a:p>
          <a:p>
            <a:r>
              <a:t>원문 영어 문장을 그대로 발췌했으므로 번역·검수 후 사용하세요.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FF6B6B"/>
                </a:solidFill>
                <a:latin typeface="Arial"/>
              </a:rPr>
              <a:t>JOURNAL OF BIOMATERIALS SCIENCE. POLYMER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3108960"/>
            <a:ext cx="5010912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0" b="1">
                <a:solidFill>
                  <a:srgbClr val="FF6B6B"/>
                </a:solidFill>
                <a:latin typeface="Arial"/>
              </a:rPr>
              <a:t>마이크로니들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94960"/>
            <a:ext cx="4645152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  <a:latin typeface="Arial"/>
              </a:rPr>
              <a:t>오늘 나온 최신 연구를 정리했습니다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77824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0">
                <a:solidFill>
                  <a:srgbClr val="AAAFCD"/>
                </a:solidFill>
                <a:latin typeface="Arial"/>
              </a:rPr>
              <a:t>2026 Oct 5  |  매일 아침 탈모 연구 한 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_c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822960"/>
            <a:ext cx="4553712" cy="809548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6766560"/>
            <a:ext cx="4828032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Microneedle-based technology for treating hair loss disorders - an emerging trend for managing alopecia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59536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300" b="0">
                <a:solidFill>
                  <a:srgbClr val="AAAFCD"/>
                </a:solidFill>
                <a:latin typeface="Arial"/>
              </a:rPr>
              <a:t>Journal of biomaterials science. Polymer edition  ·  2026 Oct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067027" y="0"/>
            <a:ext cx="11693607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Hair loss or alopecia is a universal problem faced by both men and women around the world.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opic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23544" y="0"/>
            <a:ext cx="7406640" cy="987552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An individual's self-esteem is affected by alopecia, and it may lead to psychological stress and anxiety.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ates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064"/>
            <a:ext cx="5559552" cy="988364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6122822"/>
            <a:ext cx="5559552" cy="3752698"/>
          </a:xfrm>
          <a:prstGeom prst="rect">
            <a:avLst/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6400800"/>
            <a:ext cx="4828032" cy="2926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Arial"/>
              </a:rPr>
              <a:t>탈모 연구, 매일 쉽게 정리해드립니다 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F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474720"/>
            <a:ext cx="4645152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"/>
              </a:rPr>
              <a:t>더 자세한 내용은 원문 링크에서 확인하세요. 매일 새로운 탈모 연구, 팔로우하고 놓치지 마세요!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배경 — Background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Hair loss or alopecia is a universal problem faced by both men and women around the world.
· An individual's self-esteem is affected by alopecia, and it may lead to psychological stress and anxiety.
· Topical minoxidil, oral finasteride, and hair transplantation are the common procedures for treating alopecia.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30352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주요 결과 — Results (자동 구분)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80644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But these approaches are associated with various challenges due to high cost, poor patient compliance, and undesired side effects, thereby demanding new strategies for treating alopecia.
· Identifying novel approaches to treat alopecia has long been a major concern of dermatological research.
· Recently, microneedles (MNs) have received enormous attention in the field of transdermal drug delivery due to their biocompatible, noninvasive, and painless approach.
· They are micron-sized needles that have received huge attention in hair loss treatment.
· MNs can improve the efficiency of drugs as they can puncture the stratum corneum and release the therapeutic molecules at the site of action.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457200"/>
            <a:ext cx="4828032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>
                <a:solidFill>
                  <a:srgbClr val="FF6B6B"/>
                </a:solidFill>
                <a:latin typeface="Arial"/>
              </a:rPr>
              <a:t>본문 요약 (편집용)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097280"/>
            <a:ext cx="482803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Arial"/>
              </a:rPr>
              <a:t>◆ 결론 — Conclusion (자동 구분)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00200"/>
            <a:ext cx="4736592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· This review highlights the potential use of MN-based therapies in treating alopecia.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4828032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2200" b="1">
                <a:solidFill>
                  <a:srgbClr val="FF6B6B"/>
                </a:solidFill>
                <a:latin typeface="Arial"/>
              </a:rPr>
              <a:t>출처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463040"/>
            <a:ext cx="4828032" cy="7680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D5D8EA"/>
                </a:solidFill>
                <a:latin typeface="Arial"/>
              </a:rPr>
              <a:t>[출처]
논문: Microneedle-based technology for treating hair loss disorders - an emerging trend for managing alopecia
게재: Journal of biomaterials science. Polymer edition
원문: https://pubmed.ncbi.nlm.nih.gov/42832345/
[이미지 출처]
- Male pattern baldness.jpg / Originally uploaded by Lkinkade (Transferred by XenonX3) / CC BY-SA 2.5
  https://commons.wikimedia.org/wiki/File:Male_pattern_baldness.jpg
- Male-pattern hair loss.jpg / BlaiserPascal / CC BY-SA 4.0
  https://commons.wikimedia.org/wiki/File:Male-pattern_hair_loss.jpg
※ CC BY-SA 이미지가 포함되어 있습니다. 저작자 표시가 필수이며,
  동일조건변경허락(ShareAlike) 조항이 영상 전체에 적용될 수 있으니
  상업적 이용 시 해당 이미지를 교체하는 편이 안전합니다.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