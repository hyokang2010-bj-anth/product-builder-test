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91%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《Journal of cutaneous pathology》 - Mast Cell Infiltration Helps Distinguish Fibrosing Alopecia in a Pattern Distribution From Androgenetic Alopecia in Scalp Biopsy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Method: A total of 56 patients diagnosed with AGA, FAPD, or LPP were enrolled.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Result: The majority of participants (91%) were female, with a mean age of 44.3 years.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JOURNAL OF CUTANEOUS PATHOLOGY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91%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20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Mast Cell Infiltration Helps Distinguish Fibrosing Alopecia in a Pattern Distribution From Androgenetic Alopecia in Scalp Biopsy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Journal of cutaneous pathology  ·  2026 Oct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Method: A total of 56 patients diagnosed with AGA, FAPD, or LPP were enrolled.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Result: The majority of participants (91%) were female, with a mean age of 44.3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Mast cells are key regulators of cutaneous inflammation and are known to accumulate in response to various immunological stimuli.
· Although their role in several dermatological conditions has been established, their specific contribution to different forms of alopecia-particularly scarring versus nonscarring types-remains incompletely understood.
· This study aimed to compare the degree of mast cell infiltration across three distinct types of alopecia: androgenetic alopecia (AGA), fibrosing alopecia in a pattern distribution (FAPD), and lichen planopilaris (LPP).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total of 56 patients diagnosed with AGA, FAPD, or LPP were enrolled.
· Scalp biopsies were obtained from all participants, and diagnoses were confirmed through histopathological examination.
· Mast cell distribution and infiltration density were quantified and analyzed using SPSS and Stata software.
· The study was conducted with full ethical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majority of participants (91%) were female, with a mean age of 44.3 years.
· FAPD was the most prevalent diagnosis (42.9%).
· LPP demonstrated the highest degree of mast cell infiltration, while AGA exhibited the lowest (ANOVA, p &lt; 0.001).
· Post hoc analysis revealed significant differences between AGA and FAPD (-17.7%, p = 0.001) and between AGA and LPP (-20.1%, p = 0.001).
· Although mast cell infiltration was higher in patients over 40 years of age, this difference did not reach statistical significance.
· No significant association was identified between mast cell infiltration and patient sex.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Mast cell infiltration is significantly more pronounced in scarring alopecias (LPP and FAPD) compared to non-scarring AGA, suggesting a shared immunopathological mechanism underlying follicular destruction in scarring subtypes.
· These findings also raise important questions regarding the potential inflammatory contribution of mast cells to AGA pathogenesis.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Mast Cell Infiltration Helps Distinguish Fibrosing Alopecia in a Pattern Distribution From Androgenetic Alopecia in Scalp Biopsy
게재: Journal of cutaneous pathology
원문: https://pubmed.ncbi.nlm.nih.gov/42902517/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