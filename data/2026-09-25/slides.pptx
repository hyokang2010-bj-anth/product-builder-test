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72% 이 숫자, 탈모 연구가 새로 내놨습니다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《Clinical, cosmetic and investigational dermatology》 - A First-Principles Biomechanical Analysis of Graft Popping in Sharp Implanter Hair Transplantation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Objective: To develop a first-principles biomechanical framework that may explain graft popping in sharp implanter hair transplantation and to apply it to two high-risk geometries-the anterior hairline and the parietal whorl.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Results: Bevel penetration is estimated to generate a lateral force of F lateral = ½ sin(2α) · F axial, approximately 20-25% of the axial force at bevel angles of 12-15°.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CLINICAL, COSMETIC AND INVESTIGATIONAL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72%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이 숫자, 탈모 연구가 새로 내놨습니다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 First-Principles Biomechanical Analysis of Graft Popping in Sharp Implanter Hair Transplantation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Clinical, cosmetic and investigational dermatology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Objective: To develop a first-principles biomechanical framework that may explain graft popping in sharp implanter hair transplantation and to apply it to two high-risk geometries-the anterior hairline and the parietal whorl.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Results: Bevel penetration is estimated to generate a lateral force of F lateral = ½ sin(2α) · F axial, approximately 20-25% of the axial force at bevel angles of 12-15°.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To develop a first-principles biomechanical framework that may explain graft popping in sharp implanter hair transplantation and to apply it to two high-risk geometries-the anterior hairline and the parietal whorl.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theoretical analysis used simplified first-order geometric approximations of force-vector decomposition, bevel-tip geometry, scalp elasticity, and recipient-site pressure dynamics; no ex vivo or clinical measurements were performed.
· The model was applied to acute insertion angles and radial whorl implantation.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Bevel penetration is estimated to generate a lateral force of F lateral = ½ sin(2α) · F axial, approximately 20-25% of the axial force at bevel angles of 12-15°.
· As insertion angle decreases toward the hairline, the normalized in-plane push-out force index rises from approximately 25% at perpendicular insertion to 72% at 60° and 90-103% at 15°, depending on the sign of the bevel contribution.
· At the whorl, the angular divergence between adjacent follicular exit vectors follows Δφ = d/r, which would favor centrifugal implantation along the natural spiral progression.
· Curved finger-driven trajectories, oscillating rotation, and excessive tumescence may further increase lateral or ejection forces.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Within this model, established preventive maneuvers for graft popping emerge as mechanical consequences of force direction, incision geometry, tissue elasticity, and recipient-site pressure coupling.
· The framework provides testable hypotheses for ex vivo, finite-element, and clinical validation rather than definitive clinical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A First-Principles Biomechanical Analysis of Graft Popping in Sharp Implanter Hair Transplantation
게재: Clinical, cosmetic and investigational dermatology
원문: https://pubmed.ncbi.nlm.nih.gov/42781563/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