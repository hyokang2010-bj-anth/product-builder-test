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5%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《Acta dermatovenerologica Alpina, Pannonica, et Adriatica》 - Pediatric alopecia universalis with poliosis post-psychosocial stress: a case report on methotrexate and adjunctive management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We report a 9-year-old girl from Honduras with AU involving the scalp, eyebrows, eyelashes, and forearms, with nail pitting following a significant psychosocial stressor.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Initial treatment included topical clobetasol propionate 0.05% for 6 months, topical minoxidil 5% for 12 months, and oral vitamin D supplementation for 6 months, with minimal response.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ACTA DERMATOVENEROLOGICA ALPINA, PANNONI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27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Pediatric alopecia universalis with poliosis post-psychosocial stress: a case report on methotrexate and adjunctive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Acta dermatovenerologica Alpina, Pannonica, et Adriatica  ·  2026 Sep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report a 9-year-old girl from Honduras with AU involving the scalp, eyebrows, eyelashes, and forearms, with nail pitting following a significant psychosocial stressor.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Initial treatment included topical clobetasol propionate 0.05% for 6 months, topical minoxidil 5% for 12 months, and oral vitamin D supplementation for 6 months, with minimal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Alopecia areata (AA) is an immune-mediated non-scarring hair loss disorder.
· Severe forms, including alopecia totalis and alopecia universalis (AU), are rare in children and often refractory.
· Psychosocial stress has been implicated as a trigger, and pigmentary changes may occur during regrowth.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We report a 9-year-old girl from Honduras with AU involving the scalp, eyebrows, eyelashes, and forearms, with nail pitting following a significant psychosocial stressor.
· Laboratory studies showed normal thyroid function and low vitamin D levels.
· Initial treatment included topical clobetasol propionate 0.05% for 6 months, topical minoxidil 5% for 12 months, and oral vitamin D supplementation for 6 months, with minimal response.
· Systemic therapy was initiated with oral corticosteroids (1 mg/kg/day) tapered over 4 months, followed by oral methotrexate (12 mg/m²/week) for 1 year; topical therapies were maintained concurrently throughout systemic treatment.
· Hair regrowth began at 3 months of methotrexate, initially as diffuse poliosis, followed by complete terminal hair regrowth and normalization of nail changes.
· Psychological support was provided throughout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Pediatric alopecia universalis with poliosis post-psychosocial stress: a case report on methotrexate and adjunctive management
게재: Acta dermatovenerologica Alpina, Pannonica, et Adriatica
원문: https://pubmed.ncbi.nlm.nih.gov/42801746/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