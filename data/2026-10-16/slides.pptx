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피나스테리드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《Journal of public health (Oxford, England)》 - Finasteride and depression: the high cost of failed regulation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This essay examines the costs of regulatory failure by highlighting the serious neuropsychiatric risks associated with finasteride, a popular hair-loss medication that can cause long-lasting depression and suicidal thoughts.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In the United States, illustrative estimates suggest that hundreds of thousands of users may experience depression, over a thousand may die by suicide, and the associated societal costs may approach several billion dollars annually.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JOURNAL OF PUBLIC HEALTH (OXFORD, ENGLAN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피나스테리드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15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Finasteride and depression: the high cost of failed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Journal of public health (Oxford, England)  ·  2026 Oct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This essay examines the costs of regulatory failure by highlighting the serious neuropsychiatric risks associated with finasteride, a popular hair-loss medication that can cause long-lasting depression and suicidal thoughts.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 the United States, illustrative estimates suggest that hundreds of thousands of users may experience depression, over a thousand may die by suicide, and the associated societal costs may approach several billion dollars annually.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essay examines the costs of regulatory failure by highlighting the serious neuropsychiatric risks associated with finasteride, a popular hair-loss medication that can cause long-lasting depression and suicidal thoughts.
· In the United States, illustrative estimates suggest that hundreds of thousands of users may experience depression, over a thousand may die by suicide, and the associated societal costs may approach several billion dollars annually.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The article criticizes the FDA and the pharmaceutical industry for failing to conduct or require thorough post-marketing safety studies despite early warning signs.
· The author concludes that public health must take precedence over corporate interests and shareholder duties.
· To prevent future similar events, the article proposes regulatory reform that mandates ongoing surveillance.
· Regulators must require manufacturers to commit to continuous safety monitoring and formal studies after a medication is approved.
· Regulators must enforce these post-approval study requirements with clear timelines, rather than relying on industry self-discipline, to rebuild public trust and protect citizens from drug safety failures.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Finasteride and depression: the high cost of failed regulation
게재: Journal of public health (Oxford, England)
원문: https://pubmed.ncbi.nlm.nih.gov/42878119/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