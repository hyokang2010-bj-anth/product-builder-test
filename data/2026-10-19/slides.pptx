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남성형 탈모 오늘 나온 최신 연구를 정리했습니다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《Colloids and surfaces. B, Biointerfaces》 - Transdermal L-arginine and hyaluronic acid delivery to treat androgenetic alopecia through dual hormone modulation and anti-inflammatory action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Androgenetic alopecia (AGA) is a common hair loss disorder caused by genetic susceptibility and androgen-driven follicular miniaturization.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Current FDA-approved therapies, including finasteride and minoxidil, are limited by adverse effects.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COLLOIDS AND SURFACES. B, BIOINTERFACES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남성형 탈모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오늘 나온 최신 연구를 정리했습니다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Oct 15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Transdermal L-arginine and hyaluronic acid delivery to treat androgenetic alopecia through dual hormone modulation and anti-inflammatory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Colloids and surfaces. B, Biointerfaces  ·  2026 Oct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Androgenetic alopecia (AGA) is a common hair loss disorder caused by genetic susceptibility and androgen-driven follicular miniaturization.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Current FDA-approved therapies, including finasteride and minoxidil, are limited by adverse effects.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Androgenetic alopecia (AGA) is a common hair loss disorder caused by genetic susceptibility and androgen-driven follicular miniaturization.
· Current FDA-approved therapies, including finasteride and minoxidil, are limited by adverse effects.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연구 방법 — Methods (자동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Here, we developed a hyaluronic acid-based liposomal transdermal delivery system loaded with L-arginine (HL@L-Arg) to enhance cutaneous delivery and promote endogenous nitric oxide (NO) production through nitric oxide synthase.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Transcriptomic analysis indicated significant changes in pathways related to inflammatory responses, Wnt signaling, and steroid hormone biosynthesis.
· Mechanistically, HL@L-Arg inhibited 5α-reductase activity and reduced dihydrotestosterone (DHT) production while promoting endogenous NO generation.
· In an AGA mouse model, HL@L-Arg reduced TNF-α, IL-6, and androgen receptor (AR) expression, increased VEGF and Ki67 levels, and markedly promoted hair regeneration.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Conclusion (자동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Collectively, transdermal L-Arg delivery represents a promising endogenous NO-based therapeutic strategy for AGA through DHT suppression, regulation of the follicular microenvironment, and anti-inflammatory activity.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Transdermal L-arginine and hyaluronic acid delivery to treat androgenetic alopecia through dual hormone modulation and anti-inflammatory action
게재: Colloids and surfaces. B, Biointerfaces
원문: https://pubmed.ncbi.nlm.nih.gov/42892175/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