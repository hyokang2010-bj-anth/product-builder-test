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줄기세포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《Experimental cell research》 - H3K18 histone lactylation mediates hypoxia-induced FBXW11 upregulation and supports proliferative and self-renewal-associated properties of hair follicle stem cells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Here, cultured human HFSCs were exposed to 2%O2.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Separate treatment with the glycolysis inhibitors 2-deoxy-D-glucose (2-DG) or oxamate reduced lactate accumulation, H3K18la, and HFSC-associated marker expression.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EXPERIMENTAL CELL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줄기세포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22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H3K18 histone lactylation mediates hypoxia-induced FBXW11 upregulation and supports proliferative and self-renewal-associated properties of hair follicle stem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Experimental cell research  ·  2026 Sep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Here, cultured human HFSCs were exposed to 2%O2.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Separate treatment with the glycolysis inhibitors 2-deoxy-D-glucose (2-DG) or oxamate reduced lactate accumulation, H3K18la, and HFSC-associated marker expression.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Hair follicle stem cells (HFSCs) reside in a relatively hypoxic niche and preferentially use glycolytic metabolism, but how metabolic adaptation is coupled to epigenetic regulation of HFSC function remains incompletely understood.
· Since oxidative phosphorylation produces more reactive oxygen species (ROS) than glycolysis, and excessive ROS production eliminates various stem cell properties including quiescence and self-renewal.
· Stem cells prefer glycolysis as their main energy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Here, cultured human HFSCs were exposed to 2%O2.
· Hypoxia increased HIF-1α expression, glycolysis-related gene expression, intracellular H3K18 histone lactylation (H3K18la), EdU incorporation, colony-forming efficiency, and HFSC-associated markers CK15, CK19, and CD34 expression.
· Separate treatment with the glycolysis inhibitors 2-deoxy-D-glucose (2-DG) or oxamate reduced lactate accumulation, H3K18la, and HFSC-associated marker expression.
· Integrated H3K18la CUT&amp;Tag and RNA sequencing identified 822 genes with concordantly increased H3K18la peaks and mRNA levels, with ubiquitin-mediated proteolysis among the enriched pathways.
· FBXW11 was prioritized as a candidate E3 ubiquitin ligase target.
· IGV visualization and H3K18la ChIP-qPCR showed increased H3K18la enrichment at the FBXW11 locus under hypoxia, whereas 2-DG or the p300 inhibitor C646 attenuated H3K18la enrichment and FBXW11 expression.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H3K18 histone lactylation mediates hypoxia-induced FBXW11 upregulation and supports proliferative and self-renewal-associated properties of hair follicle stem cells
게재: Experimental cell research
원문: https://pubmed.ncbi.nlm.nih.gov/42772662/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