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오늘의 논문 Frontiers in immunology에 실린 새 연구입니다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《Frontiers in immunology》 - Translating umbilical cord blood extracellular vesicles into a novel therapy for postpartum alopecia: a mechanistic and preclinical review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Postpartum alopecia (PPA) is a common physiological hair loss in women, characterized by complex pathogenesis involving abrupt postpartum hormonal withdrawal, disrupted hair follicle cycling, local microenvironmental inflammation, and oxidative stress.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[paper_table] 약 8초</a:t>
            </a:r>
          </a:p>
          <a:p>
            <a:r>
              <a:t>대본: 표로 보면 이렇습니다. Summary of UCB-EV studies for hair regeneration with categorized evidence levels.</a:t>
            </a:r>
          </a:p>
          <a:p>
            <a:r>
              <a:t>연출 노트: 핵심 숫자 한 칸만 짚어준다. 표는 셀을 직접 수정할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Umbilical cord blood-derived extracellular vesicles (UCB-EVs)-nanosized, lipid-bilayer-enclosed particles enriched with microRNAs, growth factors, and proteins-have shown considerable promise in regenerative medicine owing to their low immunogenicity, high biocompatibility, and tissue-repair capacity.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FRONTIERS IN IMMUNOLOGY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오늘의 논문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Frontiers in immunology에 실린 새 연구입니다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Translating umbilical cord blood extracellular vesicles into a novel therapy for postpartum alopecia: a mechanistic and preclinical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Frontiers in immunology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Postpartum alopecia (PPA) is a common physiological hair loss in women, characterized by complex pathogenesis involving abrupt postpartum hormonal withdrawal, disrupted hair follicle cycling, local microenvironmental inflammation, and oxidative stress.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6B6B"/>
                </a:solidFill>
                <a:latin typeface="Arial"/>
              </a:rPr>
              <a:t>논문 Table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37360"/>
            <a:ext cx="482803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Summary of UCB-EV studies for hair regeneration with categorized evidence levels.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2926080"/>
          <a:ext cx="49194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868"/>
                <a:gridCol w="1229868"/>
                <a:gridCol w="1229868"/>
                <a:gridCol w="1229868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EV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Intervention main mechanism/outcome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Evidence level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UCB-EVs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HumanDPC/HFK coculture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50 μg/mL for 48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Proliferation ↑45%, apoptosis ↓35%, Vers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UCB-EVs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Cortisol/DHT-inducedtelogen cell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In vitro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Hair shaft elongation ↑30%, restoration 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UCB-EVs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C57BL/6 PPA mouse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Intradermal injection every 3 days ×4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Hair coverage ≈80% vs 30%, hair density 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UCB-EVs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vs 2%minoxidilMouse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Local injectionComparable hair coverage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hUCMSC-derived exosomes AGA animal model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UCB-MSC-EVs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Mouse wound healing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Local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Angiogenesis, ECM remodeling Indirect (w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Umbilical cord blood-derived extracellular vesicles (UCB-EVs)-nanosized, lipid-bilayer-enclosed particles enriched with microRNAs, growth factors, and proteins-have shown considerable promise in regenerative medicine owing to their low immunogenicity, high biocompatibility, and tissue-repair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Female postpartum alopecia (PPA) represents a significant clinical and psychosocial challenge, emerging as one of the most common dermatological conditions affecting women in the postpartum period.
· Epidemiological data indicates that the prevalence of PPA is remarkably high, with studies suggesting that over 90% of postpartum women experience some degree of hair loss (3).
· At the molecular level, UCB-EVs are enriched with specific miRNAs, such as miR-21-5p and let-7b-5p, which are capable of targeting and modulating key signaling pathways critical for hair follicle biology (2).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그 밖의 내용 — Biological characteristics and preparation of UCB-EVs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They are broadly classified into exosomes (30–150 nm), microvesicles (100–1000 nm), and apoptotic bodies (&gt;1000 nm) based on their biogenesis and size (9).
· This typically involves a combination of techniques: This typically involves a combination of techniques: dynamic light scattering (DLS), also known as photon correlation spectroscopy, which measures time-dependent fluctuations in scattered light caused by Brownian motion of particles to determine the hydrodynamic diameter and polydispersity index (PDI) of EVs (21); Nanoparticle tracking analysis (NTA) to determine particle size distribution and concentration (13, 14); Western blot analysis to confirm the presence of EV protein markers such as CD63, CD81, and TSG101 (13, 15); and transmission electron microscopy (TEM) or cryo-electron microscopy (cryo-EM) to verify the characteristic spherical, lipid bilayer morphology of the vesicles (14, 22).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고찰 — Pathogenesis of postpartum hair loss in women and limitations of current treatments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In fact, the prevalence of thyroid abnormalities in patients with telogen effluvium has been documented to be between 5.7% and 17%, underscoring the importance of screening for postpartum thyroiditis in patients presenting with persistent postpartum hair loss (30).
· Studies show that low ferritin is significantly associated with telogen effluvium, and vitamin D, which acts as a hormone, is crucial for proper hair follicle cycling through its involvement in signaling pathways of growth and differentiation (33–35).
· Evidence from other forms of alopecia, such as that seen in COVID-19, suggests that severe systemic inflammation can dramatically increase the risk of telogen effluvium, with patients exhibiting higher levels of inflammatory biomarkers like C-reactive protein and IL-1β correlating with increased hair shedding (36).
· These cytokines directly inhibit the proliferation of hair follicle stem cells and keratinocytes, by activating signaling cascades, most notably the JAK-STAT pathway (38–40).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그 밖의 내용 — Molecular mechanisms of UCB-EVs in promoting hair follicle regeneration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Table 1Summary of UCB-EV studies for hair regeneration with categorized evidence levels.EV sourceModelIntervention main mechanism/outcomeEvidence levelUCB-EVsHumanDPC/HFK coculture50 μg/mL for 48 hProliferation ↑45%, apoptosis ↓35%, Versican/ALP ↑,Wnt/β- catenin activation Direct (in vitro, PPA-related cells)UCB-EVsCortisol/DHT-inducedtelogen cell modelIn vitro treatmentHair shaft elongation ↑30%, restoration of Ki67/PCNA Direct (in vitro, hormonal/stress-induced telogen)UCB-EVsC57BL/6 PPA mouse modelIntradermal injection every 3 days ×4Hair coverage ≈80% vs 30%, hair density ↑2-fold, follicle number ↑50%, anagen 20%→65%, CD31 ↑ Direct (in vivo, PPA model)UCB-EVsvs 2%minoxidilMouse modelLocal injectionComparable hair coverage at day 14; at day 21, anagen60% (UCB-EVs) vs 40% (minoxidil)Direct comparative (model type to be specified)hUCMSC-derived exosomes AGA animal model Local administration Rescue from DHT damage, enlarged follicles, telogen→anagen, Wnt/β-catenin activation Indirect (other EV source, AGA model)Macrophage-derived EVs Balb/c mice Injection Wnt3a/7b activation, DPC proliferation/migration ↑, VEGF/KGF ↑ Indirect (other EV source, generic hair growth)Fibroblast-derived EVs Ex vivo human hair follicles In vitro culture Hair shaft elongation, Wnt/βcatenin activationIndirect (other EV source, follicle culture)UCB-MSC-EVsMouse wound healing modelLocal treatmentAngiogenesis, ECM remodeling Indirect (wound healing model)Direct evidence indicates that the intervention was UCB-EV and the model was PPA or PPA-related; indirect evidence indicates other EV sources or non-PPA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그 밖의 내용 — Preclinical evidence for UCB-EVs in treating postpartum hair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When DPCs, the master regulators of hair follicle cycling, were treated with UCB-EVs at a concentration of 50 μg/mL for 48 hours, significant cellular responses were observed, including a 45% increase in proliferation and a 35% reduction in apoptosis (55).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Clinical translation challenges and future directions of UCB-EVs for postpartum hair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 primary hurdle is the limited volume of UCB obtainable per unit, as a single cord blood donation yields only approximately 10^10 to 10^11 EV particles.
· For instance, the use of a chemically defined, xeno- and blood-free culture medium, such as Oxium™EXO, has been shown to increase small EV (sEV) secretion from MSCs by three-fold, consistently across multiple harvest time points and different cell sources, yielding an enrichment of particles within the 51–200 nm range (71).
· Preclinical safety evaluations using non-human primates have shown that high-dose intravenous administration of human UCB-MSC-derived exosomes (3.85 × 10^12 particles) did not cause significant adverse effects on general clinical conditions, hematology, coagulation, or immune organs, and did not induce major changes in immunoglobulins or cytokines (79).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Transcriptomic analyses have revealed the involvement of immune cells and ferroptosis in frontal fibrosing alopecia (81).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Translating umbilical cord blood extracellular vesicles into a novel therapy for postpartum alopecia: a mechanistic and preclinical review
게재: Frontiers in immunology
원문: https://pubmed.ncbi.nlm.nih.gov/42857222/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[논문 본문 그림·표]
- PubMed Central PMC13651770 (재사용 가능 라이선스)
  https://www.ncbi.nlm.nih.gov/pmc/articles/PMC13651770/
  · Table 1
  ※ 오픈액세스 논문의 그림·표이며, 위 원문 출처를 함께 표기하세요.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