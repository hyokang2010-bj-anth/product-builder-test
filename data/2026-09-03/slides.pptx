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5559552" cy="987552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[hook] 약 4초</a:t>
            </a:r>
          </a:p>
          <a:p>
            <a:r>
              <a:t>대본: 오늘 새로 나온 탈모 연구, 이거 안 보면 손해입니다.</a:t>
            </a:r>
          </a:p>
          <a:p>
            <a:r>
              <a:t>연출 노트: 가장 임팩트 있는 한 줄. 시청 유지율의 핵심 구간.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[paper_intro] 약 9초</a:t>
            </a:r>
          </a:p>
          <a:p>
            <a:r>
              <a:t>대본: 《JAMA dermatology》 - Delphi Consensus Statement on Treatment of Severe Alopecia Areata in US Adults</a:t>
            </a:r>
          </a:p>
          <a:p>
            <a:r>
              <a:t>연출 노트: 오늘 다룰 논문/기사 표지 카드 노출 + 출처 소개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[key_finding_1] 약 12초</a:t>
            </a:r>
          </a:p>
          <a:p>
            <a:r>
              <a:t>대본: Importance: Alopecia areata (AA) is an autoimmune hair loss disorder that affects more than 7 million people in the US.</a:t>
            </a:r>
          </a:p>
          <a:p>
            <a:r>
              <a:t>연출 노트: 핵심 포인트 1 - 주제 관련 이미지 배경 + 자막 오버레이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[key_finding_2] 약 12초</a:t>
            </a:r>
          </a:p>
          <a:p>
            <a:r>
              <a:t>대본: Evidence review: Systematic literature reviews for all known therapies used for treating AA were performed in PubMed from inception to December 2024.</a:t>
            </a:r>
          </a:p>
          <a:p>
            <a:r>
              <a:t>연출 노트: 핵심 포인트 2 (없으면 이 씬 스킵)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[my_take] 약 12초</a:t>
            </a:r>
          </a:p>
          <a:p>
            <a:r>
              <a:t>대본: 본인 코멘트를 자유롭게 추가하세요.</a:t>
            </a:r>
          </a:p>
          <a:p>
            <a:r>
              <a:t>연출 노트: 본인 사진 + 한마디 코멘트. assets/my-photo/latest.jpg 로 직접 교체.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[cta] 약 9초</a:t>
            </a:r>
          </a:p>
          <a:p>
            <a:r>
              <a:t>대본: 더 자세한 내용은 원문 링크에서 확인하세요. 매일 새로운 탈모 연구, 팔로우하고 놓치지 마세요!</a:t>
            </a:r>
          </a:p>
          <a:p>
            <a:r>
              <a:t>연출 노트: 구독/팔로우 유도 + 원문 링크는 고정 댓글 안내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1_hoo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559552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2_paper_intr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559552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3_key_finding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559552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4_key_finding_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559552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5_my_tak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559552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6_ct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559552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5760"/>
            <a:ext cx="482803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참고 자료 출처</a:t>
            </a:r>
          </a:p>
          <a:p>
            <a:r>
              <a:t>Delphi Consensus Statement on Treatment of Severe Alopecia Areata in US Adults</a:t>
            </a:r>
          </a:p>
          <a:p>
            <a:r>
              <a:t>https://pubmed.ncbi.nlm.nih.gov/42684692/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