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원형탈모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《Journal of the American Academy of Dermatology》 - Janus Kinase Inhibitor Use in Adults Aged 65 Years and Older: A Clinical Review Across Atopic Dermatitis, Alopecia Areata, and Psoriasis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Background: JAK inhibitors are increasingly used as systemic therapies for inflammatory dermatoses, but adults aged 65 and older are underrepresented in their clinical trials.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Objective: To synthesize the efficacy, safety, and regulatory evidence on JAK inhibitors in adults aged 65 and older with atopic dermatitis, alopecia areata, and psoriasis.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JOURNAL OF THE AMERICAN ACADEMY OF DERMA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원형탈모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24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Janus Kinase Inhibitor Use in Adults Aged 65 Years and Older: A Clinical Review Across Atopic Dermatitis, Alopecia Areata, and Psoriasis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Journal of the American Academy of Dermatology  ·  2026 Sep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Background: JAK inhibitors are increasingly used as systemic therapies for inflammatory dermatoses, but adults aged 65 and older are underrepresented in their clinical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Objective: To synthesize the efficacy, safety, and regulatory evidence on JAK inhibitors in adults aged 65 and older with atopic dermatitis, alopecia areata, and psoriasis.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JAK inhibitors are increasingly used as systemic therapies for inflammatory dermatoses, but adults aged 65 and older are underrepresented in their clinical trials.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To synthesize the efficacy, safety, and regulatory evidence on JAK inhibitors in adults aged 65 and older with atopic dermatitis, alopecia areata, and psoriasis.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Clinical review synthesizing phase 3 trials, integrated safety analyses, real-world cohorts, and FDA/EMA labeling with age-stratified outcomes into practice recommendations (Supplementary Appendix 1B).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 atopic dermatitis, upadacitinib 15 mg and abrocitinib 100 mg are effective in older adults, with higher doses generally avoided.
· In alopecia areata, baricitinib shows efficacy in small older-adult cohorts, while ritlecitinib data in this age group remain too limited for age-specific conclusions.
· In psoriasis, deucravacitinib provides durable responses and avoids boxed warnings for MACE or VTE, while catalytic JAK inhibitors for psoriatic arthritis need label-directed dosing and close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JAK inhibitors may be a reasonable option for carefully selected older adults, but the decision should be a deliberate one.
· It rests on disease-specific efficacy, baseline cardiovascular and oncologic risk, modifiable comorbidities, label-directed dosing, and close monitoring.
· Age-stratified data remain sparse, and each decision should be individualized.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Janus Kinase Inhibitor Use in Adults Aged 65 Years and Older: A Clinical Review Across Atopic Dermatitis, Alopecia Areata, and Psoriasis
게재: Journal of the American Academy of Dermatology
원문: https://pubmed.ncbi.nlm.nih.gov/42785684/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