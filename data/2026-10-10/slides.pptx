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5559552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[hook] 약 4초</a:t>
            </a:r>
          </a:p>
          <a:p>
            <a:r>
              <a:t>대본: 오늘의 논문 Clinics in dermatology에 실린 새 연구입니다</a:t>
            </a:r>
          </a:p>
          <a:p>
            <a:r>
              <a:t>연출 노트: 0.5초 안에 스크롤을 멈추게 하는 구간. 숫자를 크게 읽어준다.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[paper_intro] 약 8초</a:t>
            </a:r>
          </a:p>
          <a:p>
            <a:r>
              <a:t>대본: 《Clinics in dermatology》 - Military shaving waivers for pseudofolliculitis barbae: Ethical considerations for dermatologists</a:t>
            </a:r>
          </a:p>
          <a:p>
            <a:r>
              <a:t>연출 노트: 출처를 분명히 밝혀 신뢰를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[key_finding_1] 약 10초</a:t>
            </a:r>
          </a:p>
          <a:p>
            <a:r>
              <a:t>대본: Pseudofolliculitis barbae (PFB) is a chronic inflammatory disorder triggered by shaving and disproportionately affects individuals of African descent.</a:t>
            </a:r>
          </a:p>
          <a:p>
            <a:r>
              <a:t>연출 노트: 핵심 포인트 1. 자막을 끊어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[key_finding_2] 약 10초</a:t>
            </a:r>
          </a:p>
          <a:p>
            <a:r>
              <a:t>대본: For service members, medically appropriate management may conflict with military grooming standards requiring a clean-shaven appearance.</a:t>
            </a:r>
          </a:p>
          <a:p>
            <a:r>
              <a:t>연출 노트: 핵심 포인트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[my_take] 약 10초</a:t>
            </a:r>
          </a:p>
          <a:p>
            <a:r>
              <a:t>대본: 탈모 연구, 매일 쉽게 정리해드립니다 🙂</a:t>
            </a:r>
          </a:p>
          <a:p>
            <a:r>
              <a:t>연출 노트: 본인 사진 + 코멘트. 문구를 직접 바꿔 쓰세요.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[cta] 약 8초</a:t>
            </a:r>
          </a:p>
          <a:p>
            <a:r>
              <a:t>대본: 더 자세한 내용은 원문 링크에서 확인하세요. 매일 새로운 탈모 연구, 팔로우하고 놓치지 마세요!</a:t>
            </a:r>
          </a:p>
          <a:p>
            <a:r>
              <a:t>연출 노트: 원문 링크는 고정 댓글로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6B6B"/>
                </a:solidFill>
                <a:latin typeface="Arial"/>
              </a:rPr>
              <a:t>CLINICS IN DERMATOLOGY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108960"/>
            <a:ext cx="5010912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FF6B6B"/>
                </a:solidFill>
                <a:latin typeface="Arial"/>
              </a:rPr>
              <a:t>오늘의 논문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94960"/>
            <a:ext cx="4645152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Clinics in dermatology에 실린 새 연구입니다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77824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AAFCD"/>
                </a:solidFill>
                <a:latin typeface="Arial"/>
              </a:rPr>
              <a:t>2026 Oct 8  |  매일 아침 탈모 연구 한 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4553712" cy="809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6766560"/>
            <a:ext cx="4828032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Military shaving waivers for pseudofolliculitis barbae: Ethical considerations for dermatologists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9536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AAAFCD"/>
                </a:solidFill>
                <a:latin typeface="Arial"/>
              </a:rPr>
              <a:t>Clinics in dermatology  ·  2026 Oct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7027" y="0"/>
            <a:ext cx="11693607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Pseudofolliculitis barbae (PFB) is a chronic inflammatory disorder triggered by shaving and disproportionately affects individuals of African descent.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3544" y="0"/>
            <a:ext cx="7406640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For service members, medically appropriate management may conflict with military grooming standards requiring a clean-shaven appearance.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t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64"/>
            <a:ext cx="5559552" cy="98836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탈모 연구, 매일 쉽게 정리해드립니다 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0"/>
            <a:ext cx="46451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더 자세한 내용은 원문 링크에서 확인하세요. 매일 새로운 탈모 연구, 팔로우하고 놓치지 마세요!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배경 — Background (자동 구분)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Pseudofolliculitis barbae (PFB) is a chronic inflammatory disorder triggered by shaving and disproportionately affects individuals of African descent.
· For service members, medically appropriate management may conflict with military grooming standards requiring a clean-shaven appearance.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주요 결과 — Results (자동 구분)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Recent policy changes have tightened restrictions on shaving waivers and may create career consequences for service members who still require accommodations despite treatment.
· These policies raise ethical concerns involving justice, beneficence, nonmaleficence, and autonomy.
· Military safety requirements related to protective equipment must be balanced against the clinical needs of patients with PFB.
· Laser hair removal may provide meaningful benefit but can recur, permanently alter facial hair growth, and carry additional risks depending on skin type, device selection, and treatment setting.
· Dermatologists should provide accurate medical assessments, support medically necessary accommodations, and use shared decision-making so that treatment remains guided by clinical need and patient preference rather than institutional pressure.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6B6B"/>
                </a:solidFill>
                <a:latin typeface="Arial"/>
              </a:rPr>
              <a:t>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4828032" cy="7680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[출처]
논문: Military shaving waivers for pseudofolliculitis barbae: Ethical considerations for dermatologists
게재: Clinics in dermatology
원문: https://pubmed.ncbi.nlm.nih.gov/42849858/
[이미지 출처]
- Male pattern baldness.jpg / Originally uploaded by Lkinkade (Transferred by XenonX3) / CC BY-SA 2.5
  https://commons.wikimedia.org/wiki/File:Male_pattern_baldness.jpg
- Male-pattern hair loss.jpg / BlaiserPascal / CC BY-SA 4.0
  https://commons.wikimedia.org/wiki/File:Male-pattern_hair_loss.jpg
※ CC BY-SA 이미지가 포함되어 있습니다. 저작자 표시가 필수이며,
  동일조건변경허락(ShareAlike) 조항이 영상 전체에 적용될 수 있으니
  상업적 이용 시 해당 이미지를 교체하는 편이 안전합니다.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