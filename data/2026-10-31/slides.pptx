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Science advances에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《Science advances》 - Human hair-bearing skin organoids reveal cell type-specific susceptibility and innate immune responses to herpes simplex virus 1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Epithelial surfaces are the primary sites of lytic herpes simplex virus 1 (HSV-1) infection following initial exposure or reactivation from latency.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Our data suggest delayed progression of the HSV-1 life cycle in epidermal keratinocytes and hair follicle cells compared to the dermis.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SCIENCE ADVANCES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Science advances에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30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Human hair-bearing skin organoids reveal cell type-specific susceptibility and innate immune responses to herpes simplex virus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Science advances  ·  2026 Oct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Epithelial surfaces are the primary sites of lytic herpes simplex virus 1 (HSV-1) infection following initial exposure or reactivation from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Our data suggest delayed progression of the HSV-1 life cycle in epidermal keratinocytes and hair follicle cells compared to the dermis.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Epithelial surfaces are the primary sites of lytic herpes simplex virus 1 (HSV-1) infection following initial exposure or reactivation from latency.
· Our data suggest delayed progression of the HSV-1 life cycle in epidermal keratinocytes and hair follicle cells compared to the dermis.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To model this complex environment, we used human hair-bearing skin organoids and combined single-cell spatial transcriptomics with imaging to map viral spread and host responses across skin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Infection triggered spatially organized host responses, including induction of IER3 in papillary fibroblasts.
· In basal keratinocytes, IRF3 was up-regulated in both infected and neighboring uninfected cells, consistent with paracrine activation of antiviral signaling.
· Inflammatory responses were compartmentalized in a cell type-specific manner, with TNFSF9 (4-1BBL) induced in papillary fibroblasts and tumor necrosis factor-α (TNF-α) induced in keratinocytes.
· Enzyme-linked immunosorbent assays confirmed secretion of these cytokines and the TNF-α-responsive chemokines CXCL2 and CXCL10.
· CXCL2 expression was enriched in cells adjacent to TNF-α-expressing cells, highlighting spatial coordination of inflammatory signaling.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While interferon-β reduced viral replication, TNF-α and 4-1BBL did not, suggesting that their primary role is to orchestrate immune cell recruitment and activation.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Human hair-bearing skin organoids reveal cell type-specific susceptibility and innate immune responses to herpes simplex virus 1
게재: Science advances
원문: https://pubmed.ncbi.nlm.nih.gov/42962008/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