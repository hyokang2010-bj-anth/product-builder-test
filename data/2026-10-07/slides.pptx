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86% 이 숫자, 탈모 연구가 새로 내놨습니다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《Pediatric dermatology》 - Expanding Access to Care: Implementation of a Pediatric and Young Adult Laser Hair Removal Program for Hidradenitis Suppurativa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Laser hair removal (LHR) is an effective adjunctive therapy for hidradenitis suppurativa (HS), but access is often limited by inconsistent insurance coverage.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A retrospective review was conducted of 21 pediatric and young adult patients enrolled in an LHR program for HS at a tertiary children's hospital.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PEDIATRIC DERMATOLOGY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86%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이 숫자, 탈모 연구가 새로 내놨습니다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4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Expanding Access to Care: Implementation of a Pediatric and Young Adult Laser Hair Removal Program for Hidradenitis Suppurativa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Pediatric dermatology  ·  2026 Oct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Laser hair removal (LHR) is an effective adjunctive therapy for hidradenitis suppurativa (HS), but access is often limited by inconsistent insurance coverage.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A retrospective review was conducted of 21 pediatric and young adult patients enrolled in an LHR program for HS at a tertiary children's hospital.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Laser hair removal (LHR) is an effective adjunctive therapy for hidradenitis suppurativa (HS), but access is often limited by inconsistent insurance coverage.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 retrospective review was conducted of 21 pediatric and young adult patients enrolled in an LHR program for HS at a tertiary children's hospital.
· Among patients receiving two or more sessions (n = 20), 86% demonstrated visible hair thinning or reduced hair regrowth on examination, and 81% self-reported decreased flare severity or frequency, with no adverse events observed.
· All treatments were ultimately covered by insurance through a standardized prior authorization process, supporting the feasibility of expanding access to LHR for pediatric and young adult patients with 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Expanding Access to Care: Implementation of a Pediatric and Young Adult Laser Hair Removal Program for Hidradenitis Suppurativa
게재: Pediatric dermatology
원문: https://pubmed.ncbi.nlm.nih.gov/42830514/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