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원형탈모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《Expert opinion on biological therapy》 - Biologics in alopecia areata: promise, paradox, and the precision medicine frontier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Areas covered: This review evaluates the immunopathogenic rationale and available clinical evidence for biologic therapies in AA, including inhibitors of tumor necrosis factor (TNF), interleukin-4 receptor α subunit (IL-4 Rα), IL-17, and IL-23.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Relevant literature was identified through PubMed and ClinicalTrials.gov (last search: 17 October 2026).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EXPERT OPINION ON BIOLOGICAL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원형탈모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21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Biologics in alopecia areata: promise, paradox, and the precision medicine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Expert opinion on biological therapy  ·  2026 Oct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Areas covered: This review evaluates the immunopathogenic rationale and available clinical evidence for biologic therapies in AA, including inhibitors of tumor necrosis factor (TNF), interleukin-4 receptor α subunit (IL-4 Rα), IL-17, and IL-23.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Relevant literature was identified through PubMed and ClinicalTrials.gov (last search: 17 October 2026).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Introduction: Alopecia areata (AA) is a chronic, immune-mediated non-scarring hair loss affecting approximately 2% of the population.
· The approval of oral JAK inhibitors has established targeted systemic therapy for moderate-to-severe AA.
· Incomplete response rates, relapse upon treatment discontinuation, and safety contraindications, however, leave a substantial proportion of patients requiring alternative options.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Areas covered: This review evaluates the immunopathogenic rationale and available clinical evidence for biologic therapies in AA, including inhibitors of tumor necrosis factor (TNF), interleukin-4 receptor α subunit (IL-4 Rα), IL-17, and IL-23.
· Relevant literature was identified through PubMed and ClinicalTrials.gov (last search: 17 October 2026).
· Expert opinion: No biologic has demonstrated efficacy in an adequately powered randomized controlled trial in AA.
· A phase 2a randomized trial of dupilumab showed modest efficacy, most pronounced in patients with elevated baseline IgE.
· Paradoxically, TNF, IL-17, and IL-23 inhibitors have been implicated in drug-induced AA, a hypothesis-generating observation that warrants cautious interpretation.
· Given the higher bar set by JAK inhibitors and the risk of paradoxical disease, currently available cytokine-targeting biologics cannot be recommended for AA outside of clinical trials.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Biologics in alopecia areata: promise, paradox, and the precision medicine frontier
게재: Expert opinion on biological therapy
원문: https://pubmed.ncbi.nlm.nih.gov/42904500/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