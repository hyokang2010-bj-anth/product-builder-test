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원형탈모 오늘 나온 최신 연구를 정리했습니다</a:t>
            </a:r>
          </a:p>
          <a:p>
            <a:r>
              <a:t>연출 노트: 0.5초 안에 스크롤을 멈추게 하는 구간. 숫자를 크게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8초</a:t>
            </a:r>
          </a:p>
          <a:p>
            <a:r>
              <a:t>대본: 《JMIR dermatology》 - Current Management and Unmet Needs in Alopecia Areata: Viewpoint From a Malaysian Perspective</a:t>
            </a:r>
          </a:p>
          <a:p>
            <a:r>
              <a:t>연출 노트: 출처를 분명히 밝혀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10초</a:t>
            </a:r>
          </a:p>
          <a:p>
            <a:r>
              <a:t>대본: Alopecia areata (AA) is a chronic, immune-mediated disease characterized by nonscarring hair loss and a substantial clinical and psychosocial burden, yet it is still widely perceived as a purely cosmetic concern.</a:t>
            </a:r>
          </a:p>
          <a:p>
            <a:r>
              <a:t>연출 노트: 핵심 포인트 1. 자막을 끊어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10초</a:t>
            </a:r>
          </a:p>
          <a:p>
            <a:r>
              <a:t>대본: In this viewpoint, we draw on the available Malaysian studies, selected international evidence, and our collective clinical experience to propose that AA warrants greater clinical, research, and policy attention in Malaysia.</a:t>
            </a:r>
          </a:p>
          <a:p>
            <a:r>
              <a:t>연출 노트: 핵심 포인트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10초</a:t>
            </a:r>
          </a:p>
          <a:p>
            <a:r>
              <a:t>대본: 탈모 연구, 매일 쉽게 정리해드립니다 🙂</a:t>
            </a:r>
          </a:p>
          <a:p>
            <a:r>
              <a:t>연출 노트: 본인 사진 + 코멘트. 문구를 직접 바꿔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8초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원문 링크는 고정 댓글로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Arial"/>
              </a:rPr>
              <a:t>JMIR DERMATOLOGY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108960"/>
            <a:ext cx="501091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6B6B"/>
                </a:solidFill>
                <a:latin typeface="Arial"/>
              </a:rPr>
              <a:t>원형탈모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4645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오늘 나온 최신 연구를 정리했습니다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7824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AFCD"/>
                </a:solidFill>
                <a:latin typeface="Arial"/>
              </a:rPr>
              <a:t>2026 Sep 21  |  매일 아침 탈모 연구 한 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4553712" cy="809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766560"/>
            <a:ext cx="482803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Current Management and Unmet Needs in Alopecia Areata: Viewpoint From a Malaysian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9536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JMIR dermatology  ·  2026 Sep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7027" y="0"/>
            <a:ext cx="11693607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Alopecia areata (AA) is a chronic, immune-mediated disease characterized by nonscarring hair loss and a substantial clinical and psychosocial burden, yet it is still widely perceived as a purely cosmetic concern.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544" y="0"/>
            <a:ext cx="7406640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In this viewpoint, we draw on the available Malaysian studies, selected international evidence, and our collective clinical experience to propose that AA warrants greater clinical, research, and policy attention in Malaysia.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64"/>
            <a:ext cx="5559552" cy="9883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탈모 연구, 매일 쉽게 정리해드립니다 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0"/>
            <a:ext cx="4645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더 자세한 내용은 원문 링크에서 확인하세요. 매일 새로운 탈모 연구, 팔로우하고 놓치지 마세요!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Background (자동 구분)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Alopecia areata (AA) is a chronic, immune-mediated disease characterized by nonscarring hair loss and a substantial clinical and psychosocial burden, yet it is still widely perceived as a purely cosmetic concern.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연구 방법 — Methods (자동 구분)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In this viewpoint, we draw on the available Malaysian studies, selected international evidence, and our collective clinical experience to propose that AA warrants greater clinical, research, and policy attention in Malaysia.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주요 결과 — Results (자동 구분)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Malaysia-specific evidence remains limited and is derived largely from retrospective, single-center studies; nonetheless, the available data point to variable disease presentation, inconsistent use of standardized severity assessment, reliance on conventional therapies, substantial loss to follow-up, and a meaningful psychosocial impact among affected patients.
· Current local management appears to rely mainly on conventional therapies, while access to advanced therapies such as Janus kinase inhibitors remains constrained by affordability and reimbursement challenges.
· We therefore call for 5 priorities: strengthening Malaysia-specific epidemiological and real-world evidence, including through a national AA registry; adopting standardized disease-assessment tools in clinical studies and routine practice; integrating psychosocial support into AA care pathways; developing locally relevant clinical guidance; and improving public, clinician, and policymaker awareness that AA is a medical condition rather than a cosmetic concern.
· Together, these steps would support earlier diagnosis, more equitable access to effective treatment, and holistic, patient-centered care for adults and children living with AA in Malaysia.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Arial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828032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[출처]
논문: Current Management and Unmet Needs in Alopecia Areata: Viewpoint From a Malaysian Perspective
게재: JMIR dermatology
원문: https://pubmed.ncbi.nlm.nih.gov/42766724/
[이미지 출처]
- Male pattern baldness.jpg / Originally uploaded by Lkinkade (Transferred by XenonX3) / CC BY-SA 2.5
  https://commons.wikimedia.org/wiki/File:Male_pattern_baldness.jpg
- Male-pattern hair loss.jpg / BlaiserPascal / CC BY-SA 4.0
  https://commons.wikimedia.org/wiki/File:Male-pattern_hair_loss.jpg
※ CC BY-SA 이미지가 포함되어 있습니다. 저작자 표시가 필수이며,
  동일조건변경허락(ShareAlike) 조항이 영상 전체에 적용될 수 있으니
  상업적 이용 시 해당 이미지를 교체하는 편이 안전합니다.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