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5559552" cy="98755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[hook] 약 4초</a:t>
            </a:r>
          </a:p>
          <a:p>
            <a:r>
              <a:t>대본: 줄기세포 오늘 나온 최신 연구를 정리했습니다</a:t>
            </a:r>
          </a:p>
          <a:p>
            <a:r>
              <a:t>연출 노트: 0.5초 안에 스크롤을 멈추게 하는 구간. 숫자를 크게 읽어준다.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[paper_intro] 약 8초</a:t>
            </a:r>
          </a:p>
          <a:p>
            <a:r>
              <a:t>대본: 《Cell communication and signaling : CCS》 - Aging of hair follicle stem cells and their niche: mechanisms and regenerative therapeutic strategies</a:t>
            </a:r>
          </a:p>
          <a:p>
            <a:r>
              <a:t>연출 노트: 출처를 분명히 밝혀 신뢰를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[key_finding_1] 약 10초</a:t>
            </a:r>
          </a:p>
          <a:p>
            <a:r>
              <a:t>대본: Hair follicles (HFs) are vital skin appendages that perform fundamental functions including protection, thermoregulation, and sensation.</a:t>
            </a:r>
          </a:p>
          <a:p>
            <a:r>
              <a:t>연출 노트: 핵심 포인트 1. 자막을 끊어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[key_finding_2] 약 10초</a:t>
            </a:r>
          </a:p>
          <a:p>
            <a:r>
              <a:t>대본: Orchestrated by hair follicle stem cells (HFSCs), HFs undergo cyclic regeneration throughout the lifespan.</a:t>
            </a:r>
          </a:p>
          <a:p>
            <a:r>
              <a:t>연출 노트: 핵심 포인트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[my_take] 약 10초</a:t>
            </a:r>
          </a:p>
          <a:p>
            <a:r>
              <a:t>대본: 탈모 연구, 매일 쉽게 정리해드립니다 🙂</a:t>
            </a:r>
          </a:p>
          <a:p>
            <a:r>
              <a:t>연출 노트: 본인 사진 + 코멘트. 문구를 직접 바꿔 쓰세요.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[cta] 약 8초</a:t>
            </a:r>
          </a:p>
          <a:p>
            <a:r>
              <a:t>대본: 더 자세한 내용은 원문 링크에서 확인하세요. 매일 새로운 탈모 연구, 팔로우하고 놓치지 마세요!</a:t>
            </a:r>
          </a:p>
          <a:p>
            <a:r>
              <a:t>연출 노트: 원문 링크는 고정 댓글로 안내.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편집 참고용 슬라이드입니다. 영상에는 쓰지 않아도 됩니다.</a:t>
            </a:r>
          </a:p>
          <a:p>
            <a:r>
              <a:t>원문 영어 문장을 그대로 발췌했으므로 번역·검수 후 사용하세요.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편집 참고용 슬라이드입니다. 영상에는 쓰지 않아도 됩니다.</a:t>
            </a:r>
          </a:p>
          <a:p>
            <a:r>
              <a:t>원문 영어 문장을 그대로 발췌했으므로 번역·검수 후 사용하세요.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0"/>
            <a:ext cx="4828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6B6B"/>
                </a:solidFill>
                <a:latin typeface="Arial"/>
              </a:rPr>
              <a:t>CELL COMMUNICATION AND SIGNALING : CCS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3108960"/>
            <a:ext cx="5010912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0" b="1">
                <a:solidFill>
                  <a:srgbClr val="FF6B6B"/>
                </a:solidFill>
                <a:latin typeface="Arial"/>
              </a:rPr>
              <a:t>줄기세포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94960"/>
            <a:ext cx="4645152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오늘 나온 최신 연구를 정리했습니다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778240"/>
            <a:ext cx="4828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AAAFCD"/>
                </a:solidFill>
                <a:latin typeface="Arial"/>
              </a:rPr>
              <a:t>2026 Jul 27  |  매일 아침 탈모 연구 한 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22960"/>
            <a:ext cx="4553712" cy="809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6766560"/>
            <a:ext cx="4828032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Aging of hair follicle stem cells and their niche: mechanisms and regenerative therapeutic strategies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595360"/>
            <a:ext cx="482803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AAAFCD"/>
                </a:solidFill>
                <a:latin typeface="Arial"/>
              </a:rPr>
              <a:t>Cell communication and signaling : CCS  ·  2026 Jul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ic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067027" y="0"/>
            <a:ext cx="11693607" cy="9875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2822"/>
            <a:ext cx="5559552" cy="375269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4828032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Hair follicles (HFs) are vital skin appendages that perform fundamental functions including protection, thermoregulation, and sensation.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ic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23544" y="0"/>
            <a:ext cx="7406640" cy="9875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2822"/>
            <a:ext cx="5559552" cy="375269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4828032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Orchestrated by hair follicle stem cells (HFSCs), HFs undergo cyclic regeneration throughout the lifespan.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at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064"/>
            <a:ext cx="5559552" cy="98836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2822"/>
            <a:ext cx="5559552" cy="375269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4828032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탈모 연구, 매일 쉽게 정리해드립니다 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0"/>
            <a:ext cx="4645152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더 자세한 내용은 원문 링크에서 확인하세요. 매일 새로운 탈모 연구, 팔로우하고 놓치지 마세요!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457200"/>
            <a:ext cx="4828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6B6B"/>
                </a:solidFill>
                <a:latin typeface="Arial"/>
              </a:rPr>
              <a:t>본문 요약 (편집용)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4828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◆ 배경 — Background (자동 구분)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736592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5D8EA"/>
                </a:solidFill>
                <a:latin typeface="Arial"/>
              </a:rPr>
              <a:t>· Hair follicles (HFs) are vital skin appendages that perform fundamental functions including protection, thermoregulation, and sensation.
· Orchestrated by hair follicle stem cells (HFSCs), HFs undergo cyclic regeneration throughout the lifespan.
· However, during chronological aging, this mini-organ experiences progressive physiological decline, clinically characterized by a marked reduction in hair density and hair graying due to pigmentation dysfunction.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303520"/>
            <a:ext cx="4828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◆ 연구 방법 — Methods (자동 구분)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06440"/>
            <a:ext cx="4736592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5D8EA"/>
                </a:solidFill>
                <a:latin typeface="Arial"/>
              </a:rPr>
              <a:t>· In this review, we delineate the dynamic anatomical changes throughout the hair growth cycle and describe the alterations of HFSCs during aging.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457200"/>
            <a:ext cx="4828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6B6B"/>
                </a:solidFill>
                <a:latin typeface="Arial"/>
              </a:rPr>
              <a:t>본문 요약 (편집용)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4828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◆ 주요 결과 — Results (자동 구분)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736592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5D8EA"/>
                </a:solidFill>
                <a:latin typeface="Arial"/>
              </a:rPr>
              <a:t>· This aging process involves HFSC exhaustion accompanied by diminished regenerative potential and differentiation capacity, leading to degenerative changes in the bulge architecture.
· Concurrently, the niche supporting HFSC homeostasis undergoes multi-dimensional and systemic degradation.
· This niche deterioration disrupts the delicate balance between HFSC quiescence and activation, further impeding hair regeneration.
· We specifically focus on the mechanisms underlying the multi-dimensional degradation of the HFSC niche at tissue, cellular, and molecular levels.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303520"/>
            <a:ext cx="4828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◆ 결론 — Conclusion (자동 구분)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06440"/>
            <a:ext cx="4736592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5D8EA"/>
                </a:solidFill>
                <a:latin typeface="Arial"/>
              </a:rPr>
              <a:t>· Furthermore, we discuss various therapeutic strategies aimed at ameliorating HF aging, offering potential insights for future clinical translation in hair regeneration.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731520"/>
            <a:ext cx="482803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6B6B"/>
                </a:solidFill>
                <a:latin typeface="Arial"/>
              </a:rPr>
              <a:t>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463040"/>
            <a:ext cx="4828032" cy="7680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5D8EA"/>
                </a:solidFill>
                <a:latin typeface="Arial"/>
              </a:rPr>
              <a:t>[출처]
논문: Aging of hair follicle stem cells and their niche: mechanisms and regenerative therapeutic strategies
게재: Cell communication and signaling : CCS
원문: https://pubmed.ncbi.nlm.nih.gov/42723052/
[이미지 출처]
- Male pattern baldness.jpg / Originally uploaded by Lkinkade (Transferred by XenonX3) / CC BY-SA 2.5
  https://commons.wikimedia.org/wiki/File:Male_pattern_baldness.jpg
- Male-pattern hair loss.jpg / BlaiserPascal / CC BY-SA 4.0
  https://commons.wikimedia.org/wiki/File:Male-pattern_hair_loss.jpg
※ CC BY-SA 이미지가 포함되어 있습니다. 저작자 표시가 필수이며,
  동일조건변경허락(ShareAlike) 조항이 영상 전체에 적용될 수 있으니
  상업적 이용 시 해당 이미지를 교체하는 편이 안전합니다.
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