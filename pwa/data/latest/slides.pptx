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남성형 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《Expert opinion on drug discovery》 - Targeting fibroimmune remodeling in androgenetic alopecia: emerging opportunities for RNA-based drug discovery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Introduction: Current treatments for androgenetic alopecia (AGA) primarily suppress androgen signaling or stimulate hair growth.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Recent single-cell and spatial transcriptomic studies identify fibroimmune remodeling as a potential source of new AGA targets.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EXPERT OPINION ON DRUG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남성형 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15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Targeting fibroimmune remodeling in androgenetic alopecia: emerging opportunities for RNA-based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Expert opinion on drug discovery  ·  2026 Oct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Introduction: Current treatments for androgenetic alopecia (AGA) primarily suppress androgen signaling or stimulate hair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Recent single-cell and spatial transcriptomic studies identify fibroimmune remodeling as a potential source of new AGA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Introduction: Current treatments for androgenetic alopecia (AGA) primarily suppress androgen signaling or stimulate hair growth.
· Recent single-cell and spatial transcriptomic studies identify fibroimmune remodeling as a potential source of new AGA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Areas covered: This review integrates transcriptomic and mechanistic evidence linking androgen-responsive fibroblasts, immune-cell recruitment, and extracellular matrix remodeling, in male and female pattern hair loss.
· Herein, the authors assessed published human scalp, cell and animal studies of JAK/STAT, TGF-β, CXCL12-CXCR4/ACKR3, and DKK3-CKAP4, and evaluated RNA therapeutic modalities and delivery barriers.
· Literature was identified primarily through PubMed in the last 20 years.
· Expert opinion: Fibroimmune remodeling should be viewed as a complementary, rather than alternative, framework to androgen biology.
· The most promising drug discovery strategy is to identify molecularly defined patient subsets and locally inhibit nodal mediators that couple fibroblast activation to inflammation and matrix remodeling.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RNA therapeutics are well suited to otherwise difficult-to-drug intracellular targets, but progress will require human spatial validation, rigorous target prioritization, reproducible delivery, and pharmacodynamic biomarkers demonstrating restoration of the regenerative follicular niche.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Targeting fibroimmune remodeling in androgenetic alopecia: emerging opportunities for RNA-based drug discovery
게재: Expert opinion on drug discovery
원문: https://pubmed.ncbi.nlm.nih.gov/42885144/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