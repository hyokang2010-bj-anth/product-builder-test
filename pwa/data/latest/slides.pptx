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탈모 뉴스 오늘 나온 소식을 3줄로 정리했습니다</a:t>
            </a:r>
          </a:p>
          <a:p>
            <a:r>
              <a:t>연출 노트: 0.5초 안에 스크롤을 멈추게 하는 구간. 숫자를 크게 읽어준다.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8초</a:t>
            </a:r>
          </a:p>
          <a:p>
            <a:r>
              <a:t>대본: [에이피알] 에이피알, 고주파 미세천공 기술 기반 탈모 치료 효능 연구 국제 학술지 게재 - 에이피알 공식 블로그</a:t>
            </a:r>
          </a:p>
          <a:p>
            <a:r>
              <a:t>연출 노트: 출처를 분명히 밝혀 신뢰를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10초</a:t>
            </a:r>
          </a:p>
          <a:p>
            <a:r>
              <a:t>대본: [에이피알] 에이피알, 고주파 미세천공 기술 기반 탈모 치료 효능 연구 국제 학술지 게재&amp;nbsp;&amp;nbsp;에이피알 공식 블로그</a:t>
            </a:r>
          </a:p>
          <a:p>
            <a:r>
              <a:t>연출 노트: 핵심 포인트 1. 자막을 끊어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10초</a:t>
            </a:r>
          </a:p>
          <a:p>
            <a:r>
              <a:t>대본: 탈모 연구, 매일 쉽게 정리해드립니다 🙂</a:t>
            </a:r>
          </a:p>
          <a:p>
            <a:r>
              <a:t>연출 노트: 본인 사진 + 코멘트. 문구를 직접 바꿔 쓰세요.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8초</a:t>
            </a:r>
          </a:p>
          <a:p>
            <a:r>
              <a:t>대본: 원문은 링크에서 확인하세요. 매일 새로운 탈모 소식, 놓치지 마세요!</a:t>
            </a:r>
          </a:p>
          <a:p>
            <a:r>
              <a:t>연출 노트: 원문 링크는 고정 댓글로 안내.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6B6B"/>
                </a:solidFill>
                <a:latin typeface="Arial"/>
              </a:rPr>
              <a:t>에이피알 공식 블로그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108960"/>
            <a:ext cx="5010912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0" b="1">
                <a:solidFill>
                  <a:srgbClr val="FF6B6B"/>
                </a:solidFill>
                <a:latin typeface="Arial"/>
              </a:rPr>
              <a:t>탈모 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94960"/>
            <a:ext cx="4645152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오늘 나온 소식을 3줄로 정리했습니다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778240"/>
            <a:ext cx="48280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AAAFCD"/>
                </a:solidFill>
                <a:latin typeface="Arial"/>
              </a:rPr>
              <a:t>Sat, 12 Sep 2026 23:08:16 GMT  |  매일 아침 탈모 연구 한 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22960"/>
            <a:ext cx="4553712" cy="809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766560"/>
            <a:ext cx="482803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[에이피알] 에이피알, 고주파 미세천공 기술 기반 탈모 치료 효능 연구 국제 학술지 게재 - 에이피알 공식 블로그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59536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AAAFCD"/>
                </a:solidFill>
                <a:latin typeface="Arial"/>
              </a:rPr>
              <a:t>  ·  Sat, 12 Sep 2026 23:08:16 GMT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67027" y="0"/>
            <a:ext cx="11693607" cy="9875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[에이피알] 에이피알, 고주파 미세천공 기술 기반 탈모 치료 효능 연구 국제 학술지 게재&amp;nbsp;&amp;nbsp;에이피알 공식 블로그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064"/>
            <a:ext cx="5559552" cy="98836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22822"/>
            <a:ext cx="5559552" cy="375269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00800"/>
            <a:ext cx="4828032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탈모 연구, 매일 쉽게 정리해드립니다 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474720"/>
            <a:ext cx="4645152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원문은 링크에서 확인하세요. 매일 새로운 탈모 소식, 놓치지 마세요!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731520"/>
            <a:ext cx="482803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6B6B"/>
                </a:solidFill>
                <a:latin typeface="Arial"/>
              </a:rPr>
              <a:t>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463040"/>
            <a:ext cx="4828032" cy="7680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5D8EA"/>
                </a:solidFill>
                <a:latin typeface="Arial"/>
              </a:rPr>
              <a:t>[출처]
논문: [에이피알] 에이피알, 고주파 미세천공 기술 기반 탈모 치료 효능 연구 국제 학술지 게재 - 에이피알 공식 블로그
게재: 에이피알 공식 블로그
원문: https://news.google.com/rss/articles/CBMiVkFVX3lxTE1JOUNhZmMySXp6dFpKZC1ZU3ZGdmtXVExtMVlyWlU2Y2FWa3BRQWREek9mY3pKTWhkZXNPSm04cjdhVVVUZXZzNTZEeU1UVnZ1MGJPTDRn?oc=5
[이미지 출처]
- Male pattern baldness.jpg / Originally uploaded by Lkinkade (Transferred by XenonX3) / CC BY-SA 2.5
  https://commons.wikimedia.org/wiki/File:Male_pattern_baldness.jpg
- Male-pattern hair loss.jpg / BlaiserPascal / CC BY-SA 4.0
  https://commons.wikimedia.org/wiki/File:Male-pattern_hair_loss.jpg
※ CC BY-SA 이미지가 포함되어 있습니다. 저작자 표시가 필수이며,
  동일조건변경허락(ShareAlike) 조항이 영상 전체에 적용될 수 있으니
  상업적 이용 시 해당 이미지를 교체하는 편이 안전합니다.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