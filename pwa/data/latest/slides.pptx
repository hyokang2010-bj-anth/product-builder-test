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5559552" cy="987552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[hook] 약 4초</a:t>
            </a:r>
          </a:p>
          <a:p>
            <a:r>
              <a:t>대본: 오늘의 논문 Journal of cutaneous pathology에 실린 새 연구입니다</a:t>
            </a:r>
          </a:p>
          <a:p>
            <a:r>
              <a:t>연출 노트: 0.5초 안에 스크롤을 멈추게 하는 구간. 숫자를 크게 읽어준다.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[paper_intro] 약 8초</a:t>
            </a:r>
          </a:p>
          <a:p>
            <a:r>
              <a:t>대본: 《Journal of cutaneous pathology》 - Novel Potential Histologic Clues to Mechanical Alopecia: A Comparative Study of Traction Alopecia, Trichotillomania, and Approximately Age/Gender Matched Controls</a:t>
            </a:r>
          </a:p>
          <a:p>
            <a:r>
              <a:t>연출 노트: 출처를 분명히 밝혀 신뢰를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[key_finding_1] 약 10초</a:t>
            </a:r>
          </a:p>
          <a:p>
            <a:r>
              <a:t>대본: A blinded, retrospective, qualitative, and semiquantitative study was performed comparing horizontally processed scalp biopsy sections of clinicopathologically confirmed TA (n = 16) and TTM (n = 9) to nearly matched controls (n = 15).</a:t>
            </a:r>
          </a:p>
          <a:p>
            <a:r>
              <a:t>연출 노트: 핵심 포인트 1. 자막을 끊어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[key_finding_2] 약 10초</a:t>
            </a:r>
          </a:p>
          <a:p>
            <a:r>
              <a:t>대본: Vectorially warped sebaceous lobules were observed predominately in TA (p = 0.0002), while collapse of the inner root sheath of the lower follicular isthmus and surface lichenification were primarily seen in TTM (p &lt; 0.0002).</a:t>
            </a:r>
          </a:p>
          <a:p>
            <a:r>
              <a:t>연출 노트: 핵심 포인트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[my_take] 약 10초</a:t>
            </a:r>
          </a:p>
          <a:p>
            <a:r>
              <a:t>대본: 탈모 연구, 매일 쉽게 정리해드립니다 🙂</a:t>
            </a:r>
          </a:p>
          <a:p>
            <a:r>
              <a:t>연출 노트: 본인 사진 + 코멘트. 문구를 직접 바꿔 쓰세요.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[cta] 약 8초</a:t>
            </a:r>
          </a:p>
          <a:p>
            <a:r>
              <a:t>대본: 더 자세한 내용은 원문 링크에서 확인하세요. 매일 새로운 탈모 연구, 팔로우하고 놓치지 마세요!</a:t>
            </a:r>
          </a:p>
          <a:p>
            <a:r>
              <a:t>연출 노트: 원문 링크는 고정 댓글로 안내.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편집 참고용 슬라이드입니다. 영상에는 쓰지 않아도 됩니다.</a:t>
            </a:r>
          </a:p>
          <a:p>
            <a:r>
              <a:t>원문 영어 문장을 그대로 발췌했으므로 번역·검수 후 사용하세요.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편집 참고용 슬라이드입니다. 영상에는 쓰지 않아도 됩니다.</a:t>
            </a:r>
          </a:p>
          <a:p>
            <a:r>
              <a:t>원문 영어 문장을 그대로 발췌했으므로 번역·검수 후 사용하세요.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0"/>
            <a:ext cx="4828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6B6B"/>
                </a:solidFill>
                <a:latin typeface="Arial"/>
              </a:rPr>
              <a:t>JOURNAL OF CUTANEOUS PATHOLOGY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3108960"/>
            <a:ext cx="5010912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0" b="1">
                <a:solidFill>
                  <a:srgbClr val="FF6B6B"/>
                </a:solidFill>
                <a:latin typeface="Arial"/>
              </a:rPr>
              <a:t>오늘의 논문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94960"/>
            <a:ext cx="4645152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Journal of cutaneous pathology에 실린 새 연구입니다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8778240"/>
            <a:ext cx="4828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AAAFCD"/>
                </a:solidFill>
                <a:latin typeface="Arial"/>
              </a:rPr>
              <a:t>2026 Oct 20  |  매일 아침 탈모 연구 한 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822960"/>
            <a:ext cx="4553712" cy="809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6766560"/>
            <a:ext cx="4828032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Novel Potential Histologic Clues to Mechanical Alopecia: A Comparative Study of Traction Alopecia, Trichotillomania, and Approximately Age/Gender Matched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595360"/>
            <a:ext cx="482803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AAAFCD"/>
                </a:solidFill>
                <a:latin typeface="Arial"/>
              </a:rPr>
              <a:t>Journal of cutaneous pathology  ·  2026 Oct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ic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067027" y="0"/>
            <a:ext cx="11693607" cy="98755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22822"/>
            <a:ext cx="5559552" cy="375269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4828032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A blinded, retrospective, qualitative, and semiquantitative study was performed comparing horizontally processed scalp biopsy sections of clinicopathologically confirmed TA (n = 16) and TTM (n = 9) to nearly matched controls (n = 15).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ic_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23544" y="0"/>
            <a:ext cx="7406640" cy="98755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22822"/>
            <a:ext cx="5559552" cy="375269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4828032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Vectorially warped sebaceous lobules were observed predominately in TA (p = 0.0002), while collapse of the inner root sheath of the lower follicular isthmus and surface lichenification were primarily seen in TTM (p &lt; 0.0002).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ate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064"/>
            <a:ext cx="5559552" cy="988364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22822"/>
            <a:ext cx="5559552" cy="375269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4828032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탈모 연구, 매일 쉽게 정리해드립니다 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0"/>
            <a:ext cx="4645152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Arial"/>
              </a:rPr>
              <a:t>더 자세한 내용은 원문 링크에서 확인하세요. 매일 새로운 탈모 연구, 팔로우하고 놓치지 마세요!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457200"/>
            <a:ext cx="4828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6B6B"/>
                </a:solidFill>
                <a:latin typeface="Arial"/>
              </a:rPr>
              <a:t>본문 요약 (편집용)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97280"/>
            <a:ext cx="482803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◆ 배경 — Background (자동 구분)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736592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5D8EA"/>
                </a:solidFill>
                <a:latin typeface="Arial"/>
              </a:rPr>
              <a:t>· Mechanical stress on the pilosebaceous unit can contribute to mechanical alopecia (MA) as seen with traction alopecia (TA) and trichotillomania (TTM).
· While some histological features that point to TA and TTM have been described, these may be absent in biopsies obtained at earlier stages of disease.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303520"/>
            <a:ext cx="482803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◆ 연구 방법 — Methods (자동 구분)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806440"/>
            <a:ext cx="4736592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5D8EA"/>
                </a:solidFill>
                <a:latin typeface="Arial"/>
              </a:rPr>
              <a:t>· A blinded, retrospective, qualitative, and semiquantitative study was performed comparing horizontally processed scalp biopsy sections of clinicopathologically confirmed TA (n = 16) and TTM (n = 9) to nearly matched controls (n = 15).
· Further validation studies in larger cohorts are warranted to assess their diagnostic utility in the recognition of MA.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457200"/>
            <a:ext cx="4828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6B6B"/>
                </a:solidFill>
                <a:latin typeface="Arial"/>
              </a:rPr>
              <a:t>본문 요약 (편집용)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97280"/>
            <a:ext cx="482803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◆ 주요 결과 — Results (자동 구분)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736592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5D8EA"/>
                </a:solidFill>
                <a:latin typeface="Arial"/>
              </a:rPr>
              <a:t>· Additional anomalies of the pilosebaceous unit have been observed that may assist in the histopathological detection of MA.
· Translocation of sebocytes into the follicular canal was seen in both TA and TTM, supporting a shared underlying mechanism.
· Vectorially warped sebaceous lobules were observed predominately in TA (p = 0.0002), while collapse of the inner root sheath of the lower follicular isthmus and surface lichenification were primarily seen in TTM (p &lt; 0.0002).
· Lateral impingement of the follicular canal was seen in both TA and TTM (p &lt; 0.0001), although more commonly in TA.
· These alterations were observed in the absence of other previously described features.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731520"/>
            <a:ext cx="482803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6B6B"/>
                </a:solidFill>
                <a:latin typeface="Arial"/>
              </a:rPr>
              <a:t>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463040"/>
            <a:ext cx="4828032" cy="7680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5D8EA"/>
                </a:solidFill>
                <a:latin typeface="Arial"/>
              </a:rPr>
              <a:t>[출처]
논문: Novel Potential Histologic Clues to Mechanical Alopecia: A Comparative Study of Traction Alopecia, Trichotillomania, and Approximately Age/Gender Matched Controls
게재: Journal of cutaneous pathology
원문: https://pubmed.ncbi.nlm.nih.gov/42899449/
[이미지 출처]
- Male pattern baldness.jpg / Originally uploaded by Lkinkade (Transferred by XenonX3) / CC BY-SA 2.5
  https://commons.wikimedia.org/wiki/File:Male_pattern_baldness.jpg
- Male-pattern hair loss.jpg / BlaiserPascal / CC BY-SA 4.0
  https://commons.wikimedia.org/wiki/File:Male-pattern_hair_loss.jpg
※ CC BY-SA 이미지가 포함되어 있습니다. 저작자 표시가 필수이며,
  동일조건변경허락(ShareAlike) 조항이 영상 전체에 적용될 수 있으니
  상업적 이용 시 해당 이미지를 교체하는 편이 안전합니다.
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