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93.16% 이 숫자, 탈모 연구가 새로 내놨습니다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《Indian journal of dermatology》 - Effectiveness and Safety Profile of Oral Tofacitinib in Alopecia Areata: An Observational Study from a Tertiary Hospital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Results: SALT score at 6 months showed a mean SALT reduction of 79.27% (43.33% of patients), followed by 93.16% (26.67%), 28.24% (20%), and 3.76% (10%).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[paper_table] 약 8초</a:t>
            </a:r>
          </a:p>
          <a:p>
            <a:r>
              <a:t>대본: 표로 보면 이렇습니다. SALT reduction with oral Tofacitinib at 3 and 6 months in Alopecia areata</a:t>
            </a:r>
          </a:p>
          <a:p>
            <a:r>
              <a:t>연출 노트: 핵심 숫자 한 칸만 짚어준다. 표는 셀을 직접 수정할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Similarly, at 6 months, we observed a positive change in AAPS of 4.25 (&gt;90% SALT reduction) followed by 2.9 (50%-90%), 1.66 (10%-50%), and 1 (&lt;10%).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INDIAN JOURNAL OF DERMATOLOGY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93.16%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이 숫자, 탈모 연구가 새로 내놨습니다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Sep-Oct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Effectiveness and Safety Profile of Oral Tofacitinib in Alopecia Areata: An Observational Study from a Tertiary Hospital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Indian journal of dermatology  ·  2026 Sep-Oct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Results: SALT score at 6 months showed a mean SALT reduction of 79.27% (43.33% of patients), followed by 93.16% (26.67%), 28.24% (20%), and 3.76% (10%).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6B6B"/>
                </a:solidFill>
                <a:latin typeface="Arial"/>
              </a:rPr>
              <a:t>논문 Table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737360"/>
            <a:ext cx="48280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SALT reduction with oral Tofacitinib at 3 and 6 months in Alopecia areata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926080"/>
          <a:ext cx="4919472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868"/>
                <a:gridCol w="1229868"/>
                <a:gridCol w="1229868"/>
                <a:gridCol w="1229868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latin typeface="Arial"/>
                        </a:defRPr>
                      </a:pPr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Arial"/>
                        </a:defRPr>
                      </a:pPr>
                      <a:r>
                        <a:t>Mean percentage SALT reduction at 3 mont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Arial"/>
                        </a:defRPr>
                      </a:pPr>
                      <a: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Arial"/>
                        </a:defRPr>
                      </a:pPr>
                      <a:r>
                        <a:t>Group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&lt;10%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2.06%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&lt;10% reduction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10–50%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35.31%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10–50% reduction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50–90%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59.75%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50–90% reduction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&gt;90%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&gt;90% reduction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Similarly, at 6 months, we observed a positive change in AAPS of 4.25 (&gt;90% SALT reduction) followed by 2.9 (50%-90%), 1.66 (10%-50%), and 1 (&lt;10%).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Effectiveness and Safety Profile of Oral Tofacitinib in Alopecia Areata: An Observational Study from a Tertiary Hospital
게재: Indian journal of dermatology
원문: https://pubmed.ncbi.nlm.nih.gov/42708150/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[논문 본문 그림·표]
- PubMed Central PMC13549691 (재사용 가능 라이선스)
  https://www.ncbi.nlm.nih.gov/pmc/articles/PMC13549691/
  · Table 1
  ※ 오픈액세스 논문의 그림·표이며, 위 원문 출처를 함께 표기하세요.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