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5559552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[hook] 약 4초</a:t>
            </a:r>
          </a:p>
          <a:p>
            <a:r>
              <a:t>대본: 오늘의 논문 Clinics and practice에 실린 새 연구입니다</a:t>
            </a:r>
          </a:p>
          <a:p>
            <a:r>
              <a:t>연출 노트: 0.5초 안에 스크롤을 멈추게 하는 구간. 숫자를 크게 읽어준다.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[paper_intro] 약 8초</a:t>
            </a:r>
          </a:p>
          <a:p>
            <a:r>
              <a:t>대본: 《Clinics and practice》 - Destroyed Melanocytes Manifested with Poliosis and Halo Nevi in Children: Proposed Immunopathophysiological Mechanisms with Emphasis on Hair Follicle Immune Privilege</a:t>
            </a:r>
          </a:p>
          <a:p>
            <a:r>
              <a:t>연출 노트: 출처를 분명히 밝혀 신뢰를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[key_finding_1] 약 10초</a:t>
            </a:r>
          </a:p>
          <a:p>
            <a:r>
              <a:t>대본: Both poliosis (circumscribed depigmentation of the hair in any area of the body) and halo nevi (a melanocytic nevus which acquires a surrounding depigmented rim) are characterized by depigmentation driven by a T-cell-mediated loss of functional melanocytes within the epidermis and hair bulbs.</a:t>
            </a:r>
          </a:p>
          <a:p>
            <a:r>
              <a:t>연출 노트: 핵심 포인트 1. 자막을 끊어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[key_finding_2] 약 10초</a:t>
            </a:r>
          </a:p>
          <a:p>
            <a:r>
              <a:t>대본: Halo nevi and poliosis are a relatively frequent phenomenon occurring in 1% of the children and adolescents with an average age of onset of 15 years and has no gender predisposition.</a:t>
            </a:r>
          </a:p>
          <a:p>
            <a:r>
              <a:t>연출 노트: 핵심 포인트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[my_take] 약 10초</a:t>
            </a:r>
          </a:p>
          <a:p>
            <a:r>
              <a:t>대본: 탈모 연구, 매일 쉽게 정리해드립니다 🙂</a:t>
            </a:r>
          </a:p>
          <a:p>
            <a:r>
              <a:t>연출 노트: 본인 사진 + 코멘트. 문구를 직접 바꿔 쓰세요.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[cta] 약 8초</a:t>
            </a:r>
          </a:p>
          <a:p>
            <a:r>
              <a:t>대본: 더 자세한 내용은 원문 링크에서 확인하세요. 매일 새로운 탈모 연구, 팔로우하고 놓치지 마세요!</a:t>
            </a:r>
          </a:p>
          <a:p>
            <a:r>
              <a:t>연출 노트: 원문 링크는 고정 댓글로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편집 참고용 슬라이드입니다. 영상에는 쓰지 않아도 됩니다.</a:t>
            </a:r>
          </a:p>
          <a:p>
            <a:r>
              <a:t>원문 영어 문장을 그대로 발췌했으므로 번역·검수 후 사용하세요.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편집 참고용 슬라이드입니다. 영상에는 쓰지 않아도 됩니다.</a:t>
            </a:r>
          </a:p>
          <a:p>
            <a:r>
              <a:t>원문 영어 문장을 그대로 발췌했으므로 번역·검수 후 사용하세요.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6B6B"/>
                </a:solidFill>
                <a:latin typeface="Arial"/>
              </a:rPr>
              <a:t>CLINICS AND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3108960"/>
            <a:ext cx="5010912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0" b="1">
                <a:solidFill>
                  <a:srgbClr val="FF6B6B"/>
                </a:solidFill>
                <a:latin typeface="Arial"/>
              </a:rPr>
              <a:t>오늘의 논문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94960"/>
            <a:ext cx="4645152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Clinics and practice에 실린 새 연구입니다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77824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AAAFCD"/>
                </a:solidFill>
                <a:latin typeface="Arial"/>
              </a:rPr>
              <a:t>2026 Oct 7  |  매일 아침 탈모 연구 한 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22960"/>
            <a:ext cx="4553712" cy="809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766560"/>
            <a:ext cx="4828032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Destroyed Melanocytes Manifested with Poliosis and Halo Nevi in Children: Proposed Immunopathophysiological Mechanisms with Emphasis on Hair Follicle Immune Privilege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59536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AAAFCD"/>
                </a:solidFill>
                <a:latin typeface="Arial"/>
              </a:rPr>
              <a:t>Clinics and practice  ·  2026 Oct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67027" y="0"/>
            <a:ext cx="11693607" cy="9875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Both poliosis (circumscribed depigmentation of the hair in any area of the body) and halo nevi (a melanocytic nevus which acquires a surrounding depigmented rim) are characterized by depigmentation driven by a T-cell-mediated loss of functional melanocytes within the epidermis and hair bulbs.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23544" y="0"/>
            <a:ext cx="7406640" cy="9875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Halo nevi and poliosis are a relatively frequent phenomenon occurring in 1% of the children and adolescents with an average age of onset of 15 years and has no gender predisposition.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at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064"/>
            <a:ext cx="5559552" cy="98836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탈모 연구, 매일 쉽게 정리해드립니다 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0"/>
            <a:ext cx="4645152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더 자세한 내용은 원문 링크에서 확인하세요. 매일 새로운 탈모 연구, 팔로우하고 놓치지 마세요!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45720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6B6B"/>
                </a:solidFill>
                <a:latin typeface="Arial"/>
              </a:rPr>
              <a:t>본문 요약 (편집용)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4828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◆ 배경 — Background (자동 구분)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736592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· Both poliosis (circumscribed depigmentation of the hair in any area of the body) and halo nevi (a melanocytic nevus which acquires a surrounding depigmented rim) are characterized by depigmentation driven by a T-cell-mediated loss of functional melanocytes within the epidermis and hair bulbs.
· Halo nevi and poliosis are a relatively frequent phenomenon occurring in 1% of the children and adolescents with an average age of onset of 15 years and has no gender predisposition.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0"/>
            <a:ext cx="4828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◆ 연구 방법 — Methods (자동 구분)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06440"/>
            <a:ext cx="4736592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· This may indicate that the halo nevi on the trunk induced a temporary systemic autoimmune reaction during the halo phenomenon, collaterally destroying melanocytes at distance on the scalp causing poliosis.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45720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6B6B"/>
                </a:solidFill>
                <a:latin typeface="Arial"/>
              </a:rPr>
              <a:t>본문 요약 (편집용)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4828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◆ 주요 결과 — Results (자동 구분)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736592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· Both can be associated with vitiligo and are occasionally seen together as the same cytotoxic immune response (specifically CD8+ T cells) that destroys nevus melanocytes which can attack the same melanocyte-specific targets surrounding epidermal and follicular melanocytes.
· While poliosis is frequently seen on the scalp, halo nevi on the scalp have been scarcely reported in the literature.
· The timing of occurrence of the destruction of both epidermal and follicular melanocytes may be supported by a case of a 13-year-old Caucasian male with three halo nevi on the trunk which preceded the development of four scalp patches of poliosis.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73152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6B6B"/>
                </a:solidFill>
                <a:latin typeface="Arial"/>
              </a:rPr>
              <a:t>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463040"/>
            <a:ext cx="4828032" cy="7680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[출처]
논문: Destroyed Melanocytes Manifested with Poliosis and Halo Nevi in Children: Proposed Immunopathophysiological Mechanisms with Emphasis on Hair Follicle Immune Privilege
게재: Clinics and practice
원문: https://pubmed.ncbi.nlm.nih.gov/42930370/
[이미지 출처]
- Male pattern baldness.jpg / Originally uploaded by Lkinkade (Transferred by XenonX3) / CC BY-SA 2.5
  https://commons.wikimedia.org/wiki/File:Male_pattern_baldness.jpg
- Male-pattern hair loss.jpg / BlaiserPascal / CC BY-SA 4.0
  https://commons.wikimedia.org/wiki/File:Male-pattern_hair_loss.jpg
※ CC BY-SA 이미지가 포함되어 있습니다. 저작자 표시가 필수이며,
  동일조건변경허락(ShareAlike) 조항이 영상 전체에 적용될 수 있으니
  상업적 이용 시 해당 이미지를 교체하는 편이 안전합니다.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