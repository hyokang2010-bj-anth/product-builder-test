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100% 이 숫자, 탈모 연구가 새로 내놨습니다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《Current opinion in supportive and palliative care》 - Persistent chemotherapy-induced alopecia: a scoping review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The most common study type was case reports (12/39, 30.8%).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Only 2/39 (5.1%) were randomized controlled trials (RCTs).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CURRENT OPINION IN SUPPORTIVE AND PALLIA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100%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이 숫자, 탈모 연구가 새로 내놨습니다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Oct 16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Persistent chemotherapy-induced alopecia: a scoping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Current opinion in supportive and palliative care  ·  2026 Oct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The most common study type was case reports (12/39, 30.8%).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Only 2/39 (5.1%) were randomized controlled trials (RCTs).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그 밖의 내용 — Purpose Of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Persistent chemotherapy-induced alopecia (pCIA) is defined as incomplete hair growth ≥6 months after chemotherapy completion.
· This scoping review aimed to identify gaps for future research by mapping pCIA's incidence, risk factors, quality-of-life (QoL) impacts, presentation, prevention, and management.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주요 결과 —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0644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Thirty-nine articles were included.
· The most common study type was case reports (12/39, 30.8%).
· Only 2/39 (5.1%) were randomized controlled trials (RCTs).
· Most studies (27/39, 69.2%) reported pCIA in patients with breast cancer.
· Alkylating agents, taxanes, and anthracyclines were most frequently reported to be associated with pCIA.
· All six studies that evaluated QoL reported that pCIA negatively affected patients' psychological, functional, and social well-being.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Persistent chemotherapy-induced alopecia: a scoping review
게재: Current opinion in supportive and palliative care
원문: https://pubmed.ncbi.nlm.nih.gov/42888908/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