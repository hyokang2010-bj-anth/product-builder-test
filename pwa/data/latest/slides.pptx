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9.2% 이 숫자, 탈모 연구가 새로 내놨습니다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《Lasers in medical science》 - Thulium laser-assisted delivery of growth factors for treating androgenetic alopecia - a randomized, controlled, clinical study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Androgenetic alopecia (AGA) is the most common form of hair loss and can significantly impact quality of life.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Emerging non-invasive treatments include laser-assisted delivery of biomimetic growth factor-based serums.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LASERS IN MEDICAL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9.2%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이 숫자, 탈모 연구가 새로 내놨습니다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Oct 22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Thulium laser-assisted delivery of growth factors for treating androgenetic alopecia - a randomized, controlled, clinical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Lasers in medical science  ·  2026 Oct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Androgenetic alopecia (AGA) is the most common form of hair loss and can significantly impact quality of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Emerging non-invasive treatments include laser-assisted delivery of biomimetic growth factor-based serums.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배경 — Background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Emerging non-invasive treatments include laser-assisted delivery of biomimetic growth factor-based serums.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연구 방법 — Methods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The aim of the study was to evaluate the safety and efficacy of non-ablative fractional laser (NAFL)-assisted delivery, with or without adjunct red light therapy, in patients with AGA.
· In this pilot study, patients were randomly assigned to: (I) NAFL-assisted serum delivery plus red light therapy (triple), (II) NAFL-assisted serum delivery alone (dual), or (III) NAFL plus red light therapy without serum (EBD-only).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Results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Androgenetic alopecia (AGA) is the most common form of hair loss and can significantly impact quality of life.
· Primary outcomes were hair density and thickness.
· Secondary outcomes included patient satisfaction, tolerability, and adverse events.
· Hair density increased in all groups, with greater improvement in the triple (25.6 ± 7.0 %) and dual (22.7 ± 3.4 %) groups compared to EBD-only (4.9 ± 9.2 %).
· Hair thickness improved in both serum groups but not in the EBD-only group.
· Clinical outcomes were similar between triple and dual treatments, though satisfaction was higher with triple therapy.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Thulium laser-assisted delivery of growth factors for treating androgenetic alopecia - a randomized, controlled, clinical study
게재: Lasers in medical science
원문: https://pubmed.ncbi.nlm.nih.gov/42911445/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