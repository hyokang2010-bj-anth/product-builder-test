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《Dermatologic surgery : official publication for American Society for Dermatologic Surgery [et al.]》 - Can Transplanted Hair Follicles Survive in the Absence of Arrector Pili Muscle Attachments?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Methods: Scalp biopsies from recipient and native donor areas of 5 patients with suboptimal graft survival after HT were analyzed.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Two 4-mm punch biopsies were obtained in each case for horizontal and vertical sectioning.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Can Transplanted Hair Follicles Survive in the Absence of Arrector Pili Muscle Attachments?</a:t>
            </a:r>
          </a:p>
          <a:p>
            <a:r>
              <a:t>https://pubmed.ncbi.nlm.nih.gov/42664316/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