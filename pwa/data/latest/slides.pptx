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5559552" cy="9875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[hook] 약 4초</a:t>
            </a:r>
          </a:p>
          <a:p>
            <a:r>
              <a:t>대본: 오늘 새로 나온 탈모 연구, 이거 안 보면 손해입니다.</a:t>
            </a:r>
          </a:p>
          <a:p>
            <a:r>
              <a:t>연출 노트: 가장 임팩트 있는 한 줄. 시청 유지율의 핵심 구간.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[paper_intro] 약 9초</a:t>
            </a:r>
          </a:p>
          <a:p>
            <a:r>
              <a:t>대본: 《Aging cell》 - Shelterin TPP1 Promotes Hair Regeneration Through Activating Bulge Hair Follicle Stem Cells</a:t>
            </a:r>
          </a:p>
          <a:p>
            <a:r>
              <a:t>연출 노트: 오늘 다룰 논문/기사 표지 카드 노출 + 출처 소개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[key_finding_1] 약 12초</a:t>
            </a:r>
          </a:p>
          <a:p>
            <a:r>
              <a:t>대본: Telomere shortening drives hair follicle senescence, yet successful reversal of this aging process has remained elusive.</a:t>
            </a:r>
          </a:p>
          <a:p>
            <a:r>
              <a:t>연출 노트: 핵심 포인트 1 - 주제 관련 이미지 배경 + 자막 오버레이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[key_finding_2] 약 12초</a:t>
            </a:r>
          </a:p>
          <a:p>
            <a:r>
              <a:t>대본: Here, we report that stem cell overexpression of Acd, the gene encoding TPP1 (telomere protection protein 1)-a shelterin component that recruits telomerase-accelerates hair regeneration in mice.</a:t>
            </a:r>
          </a:p>
          <a:p>
            <a:r>
              <a:t>연출 노트: 핵심 포인트 2 (없으면 이 씬 스킵)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[my_take] 약 12초</a:t>
            </a:r>
          </a:p>
          <a:p>
            <a:r>
              <a:t>대본: 본인 코멘트를 자유롭게 추가하세요.</a:t>
            </a:r>
          </a:p>
          <a:p>
            <a:r>
              <a:t>연출 노트: 본인 사진 + 한마디 코멘트. assets/my-photo/latest.jpg 로 직접 교체.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[cta] 약 9초</a:t>
            </a:r>
          </a:p>
          <a:p>
            <a:r>
              <a:t>대본: 더 자세한 내용은 원문 링크에서 확인하세요. 매일 새로운 탈모 연구, 팔로우하고 놓치지 마세요!</a:t>
            </a:r>
          </a:p>
          <a:p>
            <a:r>
              <a:t>연출 노트: 구독/팔로우 유도 + 원문 링크는 고정 댓글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1_h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2_paper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3_key_findin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4_key_findin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5_my_ta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6_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482803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참고 자료 출처</a:t>
            </a:r>
          </a:p>
          <a:p>
            <a:r>
              <a:t>Shelterin TPP1 Promotes Hair Regeneration Through Activating Bulge Hair Follicle Stem Cells</a:t>
            </a:r>
          </a:p>
          <a:p>
            <a:r>
              <a:t>https://pubmed.ncbi.nlm.nih.gov/42663085/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