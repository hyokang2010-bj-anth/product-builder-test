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《International journal of cosmetic science》 - New insights from data analysis of 12 global clinical studies on hair shedding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Cette recherche a analysé 12 études cliniques portant sur 805 participants (323 hommes et 482 femmes) issus de 8 pays (Chine, Indonésie, Royaume‐Uni, Inde, Brésil, Thaïlande, Turquie et États‐Unis) préoccupés par la perte de cheveux.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[key_finding_2] 약 12초</a:t>
            </a:r>
          </a:p>
          <a:p>
            <a:r>
              <a:t>대본: Dans les 3 études asiatiques récentes, alors que la chute totale de cheveux comprenait à la fois les cheveux tombés à la racine (cheveux exogènes présentant une extrémité en forme caractéristique d’une massue) et les cheveux cassés, les cheveux tombés à la racine représentaient la proportion prédominante, soit en moyenne 96,5 % de la chute totale chez les participantes chinoises, 98,8 % chez les participants chinois et 72,2 % chez les participantes indonésiennes.</a:t>
            </a:r>
          </a:p>
          <a:p>
            <a:r>
              <a:t>연출 노트: 핵심 포인트 2 (없으면 이 씬 스킵)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_key_findin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New insights from data analysis of 12 global clinical studies on hair shedding</a:t>
            </a:r>
          </a:p>
          <a:p>
            <a:r>
              <a:t>https://pubmed.ncbi.nlm.nih.gov/42657759/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