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오늘의 논문 Indian journal of dermatology에 실린 새 연구입니다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《Indian journal of dermatology》 - 'Cutting Through the Roots': A Critical Appraisal of Transverse and Vertical Sectioning Techniques of Scalp Biopsy for Primary Alopecia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Alopecia, a prevalent and distressing condition with diverse aetiologies, encompasses both scarring and non-scarring types and necessitates accurate diagnostic approaches for effective management.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[paper_table] 약 8초</a:t>
            </a:r>
          </a:p>
          <a:p>
            <a:r>
              <a:t>대본: 표로 보면 이렇습니다. Common primary alopecia subtypes and their key histological features[12345]</a:t>
            </a:r>
          </a:p>
          <a:p>
            <a:r>
              <a:t>연출 노트: 핵심 숫자 한 칸만 짚어준다. 표는 셀을 직접 수정할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Apart from optimal biopsy site selection based on clinical suspicion, such as active borders for scarring alopecias and lesion borders for non-scarring alopecias, choice of appropriate method for grossing of alopecic scalp biopsies also forms a key step.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INDIAN JOURNAL OF DERMATOLOGY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오늘의 논문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Indian journal of dermatology에 실린 새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Sep-Oct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'Cutting Through the Roots': A Critical Appraisal of Transverse and Vertical Sectioning Techniques of Scalp Biopsy for Primary Alopecia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Indian journal of dermatology  ·  2026 Sep-Oct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Alopecia, a prevalent and distressing condition with diverse aetiologies, encompasses both scarring and non-scarring types and necessitates accurate diagnostic approaches for effective management.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6B6B"/>
                </a:solidFill>
                <a:latin typeface="Arial"/>
              </a:rPr>
              <a:t>논문 Table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737360"/>
            <a:ext cx="48280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Common primary alopecia subtypes and their key histological features[12345]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491947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824"/>
                <a:gridCol w="1639824"/>
                <a:gridCol w="1639824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Broad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Disease 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Arial"/>
                        </a:defRPr>
                      </a:pPr>
                      <a:r>
                        <a:t>Key histopathological findings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Cutaneous/Discoid lupus erythematosus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Follicular plugging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Scarring (cicatricial) alopecia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Vacuolar degeneration of the basal lay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Thickened basement membrane of the epi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Apoptotic keratinocytes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Interface dermatitis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latin typeface="Arial"/>
                        </a:defRPr>
                      </a:pPr>
                      <a:r>
                        <a:t>• Superficial and deep perifollicular 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Apart from optimal biopsy site selection based on clinical suspicion, such as active borders for scarring alopecias and lesion borders for non-scarring alopecias, choice of appropriate method for grossing of alopecic scalp biopsies also forms a key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'Cutting Through the Roots': A Critical Appraisal of Transverse and Vertical Sectioning Techniques of Scalp Biopsy for Primary Alopecia
게재: Indian journal of dermatology
원문: https://pubmed.ncbi.nlm.nih.gov/42708156/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[논문 본문 그림·표]
- PubMed Central PMC13549692 (재사용 가능 라이선스)
  https://www.ncbi.nlm.nih.gov/pmc/articles/PMC13549692/
  · Table 1
  ※ 오픈액세스 논문의 그림·표이며, 위 원문 출처를 함께 표기하세요.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